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8" r:id="rId3"/>
    <p:sldId id="259" r:id="rId4"/>
    <p:sldId id="261" r:id="rId5"/>
    <p:sldId id="266" r:id="rId6"/>
    <p:sldId id="260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823978-3E2E-439C-BE55-006551D9C68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A7134E-391D-470E-9668-AD736C8B7C1E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Tree1</a:t>
          </a:r>
        </a:p>
      </dgm:t>
    </dgm:pt>
    <dgm:pt modelId="{CA08137E-FBEF-40DE-8446-58082910F2F0}" type="parTrans" cxnId="{72C619CE-F369-4AED-87D4-F325738707E8}">
      <dgm:prSet/>
      <dgm:spPr/>
      <dgm:t>
        <a:bodyPr/>
        <a:lstStyle/>
        <a:p>
          <a:endParaRPr lang="en-US"/>
        </a:p>
      </dgm:t>
    </dgm:pt>
    <dgm:pt modelId="{3FFF062F-5B8E-4CC6-A752-7C67DA64C10E}" type="sibTrans" cxnId="{72C619CE-F369-4AED-87D4-F325738707E8}">
      <dgm:prSet/>
      <dgm:spPr/>
      <dgm:t>
        <a:bodyPr/>
        <a:lstStyle/>
        <a:p>
          <a:endParaRPr lang="en-US"/>
        </a:p>
      </dgm:t>
    </dgm:pt>
    <dgm:pt modelId="{444E9060-998E-4CF7-B75B-4584C00DA2B8}">
      <dgm:prSet/>
      <dgm:spPr/>
      <dgm:t>
        <a:bodyPr/>
        <a:lstStyle/>
        <a:p>
          <a:r>
            <a:rPr lang="en-US"/>
            <a:t>Start with an initial shallow tree (Tree 1)</a:t>
          </a:r>
        </a:p>
      </dgm:t>
    </dgm:pt>
    <dgm:pt modelId="{490FCD28-9C50-4034-BED1-499BB898E985}" type="parTrans" cxnId="{3F711ADA-0B85-4AFE-8612-CD66F05EC922}">
      <dgm:prSet/>
      <dgm:spPr/>
      <dgm:t>
        <a:bodyPr/>
        <a:lstStyle/>
        <a:p>
          <a:endParaRPr lang="en-US"/>
        </a:p>
      </dgm:t>
    </dgm:pt>
    <dgm:pt modelId="{D20C6002-AFC4-4044-A9C3-3EF78D84A2AB}" type="sibTrans" cxnId="{3F711ADA-0B85-4AFE-8612-CD66F05EC922}">
      <dgm:prSet/>
      <dgm:spPr/>
      <dgm:t>
        <a:bodyPr/>
        <a:lstStyle/>
        <a:p>
          <a:endParaRPr lang="en-US"/>
        </a:p>
      </dgm:t>
    </dgm:pt>
    <dgm:pt modelId="{09A3C3D4-91C3-475F-96B3-07164B295A14}">
      <dgm:prSet/>
      <dgm:spPr/>
      <dgm:t>
        <a:bodyPr/>
        <a:lstStyle/>
        <a:p>
          <a:r>
            <a:rPr lang="en-US" dirty="0" err="1"/>
            <a:t>yhat</a:t>
          </a:r>
          <a:endParaRPr lang="en-US" dirty="0"/>
        </a:p>
      </dgm:t>
    </dgm:pt>
    <dgm:pt modelId="{E1C08662-6332-4DB3-9D28-F0425B4D6E06}" type="parTrans" cxnId="{B6B3D3C9-F511-4F29-9982-1E4F35439369}">
      <dgm:prSet/>
      <dgm:spPr/>
      <dgm:t>
        <a:bodyPr/>
        <a:lstStyle/>
        <a:p>
          <a:endParaRPr lang="en-US"/>
        </a:p>
      </dgm:t>
    </dgm:pt>
    <dgm:pt modelId="{4544769C-FE13-43F8-A5F0-2602A7B6D3D0}" type="sibTrans" cxnId="{B6B3D3C9-F511-4F29-9982-1E4F35439369}">
      <dgm:prSet/>
      <dgm:spPr/>
      <dgm:t>
        <a:bodyPr/>
        <a:lstStyle/>
        <a:p>
          <a:endParaRPr lang="en-US"/>
        </a:p>
      </dgm:t>
    </dgm:pt>
    <dgm:pt modelId="{A3754ECB-457E-4A53-9943-49F3D0C5534F}">
      <dgm:prSet/>
      <dgm:spPr/>
      <dgm:t>
        <a:bodyPr/>
        <a:lstStyle/>
        <a:p>
          <a:r>
            <a:rPr lang="en-US" dirty="0"/>
            <a:t>Get the predictions (</a:t>
          </a:r>
          <a:r>
            <a:rPr lang="en-US" dirty="0" err="1"/>
            <a:t>yhat</a:t>
          </a:r>
          <a:r>
            <a:rPr lang="en-US" dirty="0"/>
            <a:t>).  Store it (h * </a:t>
          </a:r>
          <a:r>
            <a:rPr lang="en-US" dirty="0" err="1"/>
            <a:t>yhat</a:t>
          </a:r>
          <a:r>
            <a:rPr lang="en-US" dirty="0"/>
            <a:t>)</a:t>
          </a:r>
        </a:p>
      </dgm:t>
    </dgm:pt>
    <dgm:pt modelId="{7D0227C4-70A7-4AA0-9B2D-08311F6F972D}" type="parTrans" cxnId="{DE67E76D-303F-4569-968B-6E4869227501}">
      <dgm:prSet/>
      <dgm:spPr/>
      <dgm:t>
        <a:bodyPr/>
        <a:lstStyle/>
        <a:p>
          <a:endParaRPr lang="en-US"/>
        </a:p>
      </dgm:t>
    </dgm:pt>
    <dgm:pt modelId="{C9CC7C44-74BC-4AC2-A386-7D803D4D9A69}" type="sibTrans" cxnId="{DE67E76D-303F-4569-968B-6E4869227501}">
      <dgm:prSet/>
      <dgm:spPr/>
      <dgm:t>
        <a:bodyPr/>
        <a:lstStyle/>
        <a:p>
          <a:endParaRPr lang="en-US"/>
        </a:p>
      </dgm:t>
    </dgm:pt>
    <dgm:pt modelId="{A913EB59-D6C5-4382-92EB-D951BFA851CE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Tree2</a:t>
          </a:r>
        </a:p>
      </dgm:t>
    </dgm:pt>
    <dgm:pt modelId="{3B8CD85E-46C9-4B49-8725-46F7FE10BFF9}" type="parTrans" cxnId="{B0AA39C4-4EA7-4DCA-AC12-36C681070B4F}">
      <dgm:prSet/>
      <dgm:spPr/>
      <dgm:t>
        <a:bodyPr/>
        <a:lstStyle/>
        <a:p>
          <a:endParaRPr lang="en-US"/>
        </a:p>
      </dgm:t>
    </dgm:pt>
    <dgm:pt modelId="{8A34667E-C8C4-4ABA-9B20-AD1801ACEC0A}" type="sibTrans" cxnId="{B0AA39C4-4EA7-4DCA-AC12-36C681070B4F}">
      <dgm:prSet/>
      <dgm:spPr/>
      <dgm:t>
        <a:bodyPr/>
        <a:lstStyle/>
        <a:p>
          <a:endParaRPr lang="en-US"/>
        </a:p>
      </dgm:t>
    </dgm:pt>
    <dgm:pt modelId="{64158B24-BE20-4ED6-8B00-C556D2DAE1B7}">
      <dgm:prSet/>
      <dgm:spPr/>
      <dgm:t>
        <a:bodyPr/>
        <a:lstStyle/>
        <a:p>
          <a:r>
            <a:rPr lang="en-US" dirty="0"/>
            <a:t>Fit Tree 2 on </a:t>
          </a:r>
          <a:r>
            <a:rPr lang="en-US" b="1" u="sng" dirty="0">
              <a:solidFill>
                <a:srgbClr val="FF0000"/>
              </a:solidFill>
            </a:rPr>
            <a:t>prediction errors obtained from Tree1</a:t>
          </a:r>
          <a:r>
            <a:rPr lang="en-US" dirty="0"/>
            <a:t>.  Use the same predictors (x)</a:t>
          </a:r>
        </a:p>
      </dgm:t>
    </dgm:pt>
    <dgm:pt modelId="{E70B2DBC-825C-42A6-974D-C07669FD0E83}" type="parTrans" cxnId="{DB99744C-6550-4D74-9B96-A66CEBC3CB3C}">
      <dgm:prSet/>
      <dgm:spPr/>
      <dgm:t>
        <a:bodyPr/>
        <a:lstStyle/>
        <a:p>
          <a:endParaRPr lang="en-US"/>
        </a:p>
      </dgm:t>
    </dgm:pt>
    <dgm:pt modelId="{30F65016-F088-436D-8373-38B2F5623D96}" type="sibTrans" cxnId="{DB99744C-6550-4D74-9B96-A66CEBC3CB3C}">
      <dgm:prSet/>
      <dgm:spPr/>
      <dgm:t>
        <a:bodyPr/>
        <a:lstStyle/>
        <a:p>
          <a:endParaRPr lang="en-US"/>
        </a:p>
      </dgm:t>
    </dgm:pt>
    <dgm:pt modelId="{143CE69A-2149-452A-907F-CC4FE0ACD0BB}">
      <dgm:prSet/>
      <dgm:spPr/>
      <dgm:t>
        <a:bodyPr/>
        <a:lstStyle/>
        <a:p>
          <a:r>
            <a:rPr lang="en-US" dirty="0"/>
            <a:t>ehat1</a:t>
          </a:r>
        </a:p>
      </dgm:t>
    </dgm:pt>
    <dgm:pt modelId="{AEF22B20-F0F9-4E31-A6C0-E135778E6C39}" type="parTrans" cxnId="{CCB09AEC-8162-4E54-937B-E28E60AEE986}">
      <dgm:prSet/>
      <dgm:spPr/>
      <dgm:t>
        <a:bodyPr/>
        <a:lstStyle/>
        <a:p>
          <a:endParaRPr lang="en-US"/>
        </a:p>
      </dgm:t>
    </dgm:pt>
    <dgm:pt modelId="{327EAB24-7346-4CD8-9939-5DA7FACBD85B}" type="sibTrans" cxnId="{CCB09AEC-8162-4E54-937B-E28E60AEE986}">
      <dgm:prSet/>
      <dgm:spPr/>
      <dgm:t>
        <a:bodyPr/>
        <a:lstStyle/>
        <a:p>
          <a:endParaRPr lang="en-US"/>
        </a:p>
      </dgm:t>
    </dgm:pt>
    <dgm:pt modelId="{7996F470-D7B9-4C60-A606-AF3478182BF3}">
      <dgm:prSet/>
      <dgm:spPr/>
      <dgm:t>
        <a:bodyPr/>
        <a:lstStyle/>
        <a:p>
          <a:r>
            <a:rPr lang="en-US"/>
            <a:t>Get the predicted errors and store them (h * ehat1)</a:t>
          </a:r>
        </a:p>
      </dgm:t>
    </dgm:pt>
    <dgm:pt modelId="{C7CDF7D1-9DAF-417D-9655-12D67E0C25C3}" type="parTrans" cxnId="{7B77C9EA-91FD-4894-966E-CFF4C8BCCB03}">
      <dgm:prSet/>
      <dgm:spPr/>
      <dgm:t>
        <a:bodyPr/>
        <a:lstStyle/>
        <a:p>
          <a:endParaRPr lang="en-US"/>
        </a:p>
      </dgm:t>
    </dgm:pt>
    <dgm:pt modelId="{4C27FDAB-35CF-41C5-A0AB-60B12688F38D}" type="sibTrans" cxnId="{7B77C9EA-91FD-4894-966E-CFF4C8BCCB03}">
      <dgm:prSet/>
      <dgm:spPr/>
      <dgm:t>
        <a:bodyPr/>
        <a:lstStyle/>
        <a:p>
          <a:endParaRPr lang="en-US"/>
        </a:p>
      </dgm:t>
    </dgm:pt>
    <dgm:pt modelId="{C40E85A9-8CA2-401B-B179-49C48B8B2206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Tree 3</a:t>
          </a:r>
        </a:p>
      </dgm:t>
    </dgm:pt>
    <dgm:pt modelId="{8699BAD7-92B0-422C-B577-E1D21F2E7D34}" type="parTrans" cxnId="{7C349164-A6D2-4FF8-B460-96E16492E072}">
      <dgm:prSet/>
      <dgm:spPr/>
      <dgm:t>
        <a:bodyPr/>
        <a:lstStyle/>
        <a:p>
          <a:endParaRPr lang="en-US"/>
        </a:p>
      </dgm:t>
    </dgm:pt>
    <dgm:pt modelId="{17E1A04C-52A5-4C9F-8C13-B82094663525}" type="sibTrans" cxnId="{7C349164-A6D2-4FF8-B460-96E16492E072}">
      <dgm:prSet/>
      <dgm:spPr/>
      <dgm:t>
        <a:bodyPr/>
        <a:lstStyle/>
        <a:p>
          <a:endParaRPr lang="en-US"/>
        </a:p>
      </dgm:t>
    </dgm:pt>
    <dgm:pt modelId="{4A833E12-47AE-4CC1-AECA-54B54206B9EE}">
      <dgm:prSet/>
      <dgm:spPr/>
      <dgm:t>
        <a:bodyPr/>
        <a:lstStyle/>
        <a:p>
          <a:r>
            <a:rPr lang="en-US"/>
            <a:t>Fit Tree 3 on prediction errors obtained from Tree2.  Use the same predictors (x)</a:t>
          </a:r>
        </a:p>
      </dgm:t>
    </dgm:pt>
    <dgm:pt modelId="{28E41017-CAE3-4EA6-BCDB-1546AA734AF3}" type="parTrans" cxnId="{031C2AD6-C830-456B-9B82-A26DC2331A37}">
      <dgm:prSet/>
      <dgm:spPr/>
      <dgm:t>
        <a:bodyPr/>
        <a:lstStyle/>
        <a:p>
          <a:endParaRPr lang="en-US"/>
        </a:p>
      </dgm:t>
    </dgm:pt>
    <dgm:pt modelId="{291645E7-490C-4E85-A4E5-1A098AF5708D}" type="sibTrans" cxnId="{031C2AD6-C830-456B-9B82-A26DC2331A37}">
      <dgm:prSet/>
      <dgm:spPr/>
      <dgm:t>
        <a:bodyPr/>
        <a:lstStyle/>
        <a:p>
          <a:endParaRPr lang="en-US"/>
        </a:p>
      </dgm:t>
    </dgm:pt>
    <dgm:pt modelId="{82C32EF9-5ADD-4C29-B0A9-E50E92F47393}">
      <dgm:prSet/>
      <dgm:spPr/>
      <dgm:t>
        <a:bodyPr/>
        <a:lstStyle/>
        <a:p>
          <a:r>
            <a:rPr lang="en-US" dirty="0"/>
            <a:t>ehat2</a:t>
          </a:r>
        </a:p>
      </dgm:t>
    </dgm:pt>
    <dgm:pt modelId="{F87B0D10-58B8-40BD-949D-9DC6D06E499F}" type="parTrans" cxnId="{A90FB4FD-FA7E-497F-BB07-32C296C9558B}">
      <dgm:prSet/>
      <dgm:spPr/>
      <dgm:t>
        <a:bodyPr/>
        <a:lstStyle/>
        <a:p>
          <a:endParaRPr lang="en-US"/>
        </a:p>
      </dgm:t>
    </dgm:pt>
    <dgm:pt modelId="{AD7DCDB5-4446-477D-80BB-227E7F535CEC}" type="sibTrans" cxnId="{A90FB4FD-FA7E-497F-BB07-32C296C9558B}">
      <dgm:prSet/>
      <dgm:spPr/>
      <dgm:t>
        <a:bodyPr/>
        <a:lstStyle/>
        <a:p>
          <a:endParaRPr lang="en-US"/>
        </a:p>
      </dgm:t>
    </dgm:pt>
    <dgm:pt modelId="{CC0DE0BD-FA50-4440-98B5-C137CFF447B7}">
      <dgm:prSet/>
      <dgm:spPr/>
      <dgm:t>
        <a:bodyPr/>
        <a:lstStyle/>
        <a:p>
          <a:r>
            <a:rPr lang="en-US"/>
            <a:t>Get the predicted errors and store them (h * ehat2)</a:t>
          </a:r>
        </a:p>
      </dgm:t>
    </dgm:pt>
    <dgm:pt modelId="{0039F890-8182-48B4-A56E-4FF937E9E03C}" type="parTrans" cxnId="{0D16721B-5868-4D9C-8D51-45E9A14FE972}">
      <dgm:prSet/>
      <dgm:spPr/>
      <dgm:t>
        <a:bodyPr/>
        <a:lstStyle/>
        <a:p>
          <a:endParaRPr lang="en-US"/>
        </a:p>
      </dgm:t>
    </dgm:pt>
    <dgm:pt modelId="{82A9E6F3-64C2-4CCC-B2C6-99187A2C1145}" type="sibTrans" cxnId="{0D16721B-5868-4D9C-8D51-45E9A14FE972}">
      <dgm:prSet/>
      <dgm:spPr/>
      <dgm:t>
        <a:bodyPr/>
        <a:lstStyle/>
        <a:p>
          <a:endParaRPr lang="en-US"/>
        </a:p>
      </dgm:t>
    </dgm:pt>
    <dgm:pt modelId="{5B0D73AD-97AD-4ECA-8B76-8AA65ACDA4CC}">
      <dgm:prSet/>
      <dgm:spPr/>
      <dgm:t>
        <a:bodyPr/>
        <a:lstStyle/>
        <a:p>
          <a:r>
            <a:rPr lang="en-US"/>
            <a:t>Repeat</a:t>
          </a:r>
        </a:p>
      </dgm:t>
    </dgm:pt>
    <dgm:pt modelId="{BE95A2FB-4188-4296-98BC-B0A07584A625}" type="parTrans" cxnId="{AC7C3475-F1A5-4A11-B9C0-8F04D6D5AAC1}">
      <dgm:prSet/>
      <dgm:spPr/>
      <dgm:t>
        <a:bodyPr/>
        <a:lstStyle/>
        <a:p>
          <a:endParaRPr lang="en-US"/>
        </a:p>
      </dgm:t>
    </dgm:pt>
    <dgm:pt modelId="{A1E629F3-9382-48F5-8AA5-A83E288B318E}" type="sibTrans" cxnId="{AC7C3475-F1A5-4A11-B9C0-8F04D6D5AAC1}">
      <dgm:prSet/>
      <dgm:spPr/>
      <dgm:t>
        <a:bodyPr/>
        <a:lstStyle/>
        <a:p>
          <a:endParaRPr lang="en-US"/>
        </a:p>
      </dgm:t>
    </dgm:pt>
    <dgm:pt modelId="{1368BD59-42AF-4633-8C23-D1B3E7F06570}">
      <dgm:prSet/>
      <dgm:spPr/>
      <dgm:t>
        <a:bodyPr/>
        <a:lstStyle/>
        <a:p>
          <a:r>
            <a:rPr lang="en-US"/>
            <a:t>Repeat this until Tree 100,  and get 101 column matrix</a:t>
          </a:r>
        </a:p>
      </dgm:t>
    </dgm:pt>
    <dgm:pt modelId="{1B325CCA-D774-4D3D-B98B-EB06134B1DDB}" type="parTrans" cxnId="{1C1F26B6-9154-4C7E-BE1D-29D75993A019}">
      <dgm:prSet/>
      <dgm:spPr/>
      <dgm:t>
        <a:bodyPr/>
        <a:lstStyle/>
        <a:p>
          <a:endParaRPr lang="en-US"/>
        </a:p>
      </dgm:t>
    </dgm:pt>
    <dgm:pt modelId="{9EF73715-E925-4693-A896-88A28C22593A}" type="sibTrans" cxnId="{1C1F26B6-9154-4C7E-BE1D-29D75993A019}">
      <dgm:prSet/>
      <dgm:spPr/>
      <dgm:t>
        <a:bodyPr/>
        <a:lstStyle/>
        <a:p>
          <a:endParaRPr lang="en-US"/>
        </a:p>
      </dgm:t>
    </dgm:pt>
    <dgm:pt modelId="{4FBA93B3-CF19-5241-8715-092DD91902D9}" type="pres">
      <dgm:prSet presAssocID="{A9823978-3E2E-439C-BE55-006551D9C688}" presName="vert0" presStyleCnt="0">
        <dgm:presLayoutVars>
          <dgm:dir/>
          <dgm:animOne val="branch"/>
          <dgm:animLvl val="lvl"/>
        </dgm:presLayoutVars>
      </dgm:prSet>
      <dgm:spPr/>
    </dgm:pt>
    <dgm:pt modelId="{808FA2BC-7F95-7746-84FC-9B4AE3021535}" type="pres">
      <dgm:prSet presAssocID="{3DA7134E-391D-470E-9668-AD736C8B7C1E}" presName="thickLine" presStyleLbl="alignNode1" presStyleIdx="0" presStyleCnt="7"/>
      <dgm:spPr/>
    </dgm:pt>
    <dgm:pt modelId="{AA2E6EFB-ABBF-D24F-A8BC-79F96107CE07}" type="pres">
      <dgm:prSet presAssocID="{3DA7134E-391D-470E-9668-AD736C8B7C1E}" presName="horz1" presStyleCnt="0"/>
      <dgm:spPr/>
    </dgm:pt>
    <dgm:pt modelId="{842610BF-F8AA-2B47-BFB8-71BAA3F5E01A}" type="pres">
      <dgm:prSet presAssocID="{3DA7134E-391D-470E-9668-AD736C8B7C1E}" presName="tx1" presStyleLbl="revTx" presStyleIdx="0" presStyleCnt="14"/>
      <dgm:spPr/>
    </dgm:pt>
    <dgm:pt modelId="{1215F722-7C39-784A-93DC-611B366FBB4D}" type="pres">
      <dgm:prSet presAssocID="{3DA7134E-391D-470E-9668-AD736C8B7C1E}" presName="vert1" presStyleCnt="0"/>
      <dgm:spPr/>
    </dgm:pt>
    <dgm:pt modelId="{C6F27CB3-5873-E84F-8432-AF0CC0849D3C}" type="pres">
      <dgm:prSet presAssocID="{444E9060-998E-4CF7-B75B-4584C00DA2B8}" presName="vertSpace2a" presStyleCnt="0"/>
      <dgm:spPr/>
    </dgm:pt>
    <dgm:pt modelId="{4EEC2254-84F5-5549-A416-524BDA8B9326}" type="pres">
      <dgm:prSet presAssocID="{444E9060-998E-4CF7-B75B-4584C00DA2B8}" presName="horz2" presStyleCnt="0"/>
      <dgm:spPr/>
    </dgm:pt>
    <dgm:pt modelId="{DF5C60AA-5A05-9B4A-A25B-6CC67577046C}" type="pres">
      <dgm:prSet presAssocID="{444E9060-998E-4CF7-B75B-4584C00DA2B8}" presName="horzSpace2" presStyleCnt="0"/>
      <dgm:spPr/>
    </dgm:pt>
    <dgm:pt modelId="{4C18D17D-6ECC-9B4C-8B27-3260C9A53034}" type="pres">
      <dgm:prSet presAssocID="{444E9060-998E-4CF7-B75B-4584C00DA2B8}" presName="tx2" presStyleLbl="revTx" presStyleIdx="1" presStyleCnt="14"/>
      <dgm:spPr/>
    </dgm:pt>
    <dgm:pt modelId="{1694C442-4F88-6446-88E4-16D2F3F4D07E}" type="pres">
      <dgm:prSet presAssocID="{444E9060-998E-4CF7-B75B-4584C00DA2B8}" presName="vert2" presStyleCnt="0"/>
      <dgm:spPr/>
    </dgm:pt>
    <dgm:pt modelId="{40415BEE-03E3-8145-9BE2-6B90E5AB086D}" type="pres">
      <dgm:prSet presAssocID="{444E9060-998E-4CF7-B75B-4584C00DA2B8}" presName="thinLine2b" presStyleLbl="callout" presStyleIdx="0" presStyleCnt="7"/>
      <dgm:spPr/>
    </dgm:pt>
    <dgm:pt modelId="{7EE75FE7-6FF2-4F47-9B92-7241B327768D}" type="pres">
      <dgm:prSet presAssocID="{444E9060-998E-4CF7-B75B-4584C00DA2B8}" presName="vertSpace2b" presStyleCnt="0"/>
      <dgm:spPr/>
    </dgm:pt>
    <dgm:pt modelId="{E63EEDC4-E8C3-8C42-9A47-F4F959564FE0}" type="pres">
      <dgm:prSet presAssocID="{09A3C3D4-91C3-475F-96B3-07164B295A14}" presName="thickLine" presStyleLbl="alignNode1" presStyleIdx="1" presStyleCnt="7"/>
      <dgm:spPr/>
    </dgm:pt>
    <dgm:pt modelId="{A641F212-27B2-C642-B73D-116ADDB33D49}" type="pres">
      <dgm:prSet presAssocID="{09A3C3D4-91C3-475F-96B3-07164B295A14}" presName="horz1" presStyleCnt="0"/>
      <dgm:spPr/>
    </dgm:pt>
    <dgm:pt modelId="{FB87F199-17CE-6346-B5C1-194ED04B0D28}" type="pres">
      <dgm:prSet presAssocID="{09A3C3D4-91C3-475F-96B3-07164B295A14}" presName="tx1" presStyleLbl="revTx" presStyleIdx="2" presStyleCnt="14"/>
      <dgm:spPr/>
    </dgm:pt>
    <dgm:pt modelId="{51D72F67-F880-994F-A4BC-5A8A6B611832}" type="pres">
      <dgm:prSet presAssocID="{09A3C3D4-91C3-475F-96B3-07164B295A14}" presName="vert1" presStyleCnt="0"/>
      <dgm:spPr/>
    </dgm:pt>
    <dgm:pt modelId="{14DC066C-D5E5-5047-8DB3-442F36930749}" type="pres">
      <dgm:prSet presAssocID="{A3754ECB-457E-4A53-9943-49F3D0C5534F}" presName="vertSpace2a" presStyleCnt="0"/>
      <dgm:spPr/>
    </dgm:pt>
    <dgm:pt modelId="{0F105866-A9F2-B94C-8DA5-81B4276D67D0}" type="pres">
      <dgm:prSet presAssocID="{A3754ECB-457E-4A53-9943-49F3D0C5534F}" presName="horz2" presStyleCnt="0"/>
      <dgm:spPr/>
    </dgm:pt>
    <dgm:pt modelId="{01DC880F-C270-0C4F-9E00-6F20BCE6734A}" type="pres">
      <dgm:prSet presAssocID="{A3754ECB-457E-4A53-9943-49F3D0C5534F}" presName="horzSpace2" presStyleCnt="0"/>
      <dgm:spPr/>
    </dgm:pt>
    <dgm:pt modelId="{4BC069C3-D493-A346-8AE9-2ED80043F709}" type="pres">
      <dgm:prSet presAssocID="{A3754ECB-457E-4A53-9943-49F3D0C5534F}" presName="tx2" presStyleLbl="revTx" presStyleIdx="3" presStyleCnt="14"/>
      <dgm:spPr/>
    </dgm:pt>
    <dgm:pt modelId="{DCA324F8-F616-924E-B323-CA93301B393E}" type="pres">
      <dgm:prSet presAssocID="{A3754ECB-457E-4A53-9943-49F3D0C5534F}" presName="vert2" presStyleCnt="0"/>
      <dgm:spPr/>
    </dgm:pt>
    <dgm:pt modelId="{E78B565F-D77B-2E4C-BACB-432B9597A08A}" type="pres">
      <dgm:prSet presAssocID="{A3754ECB-457E-4A53-9943-49F3D0C5534F}" presName="thinLine2b" presStyleLbl="callout" presStyleIdx="1" presStyleCnt="7"/>
      <dgm:spPr/>
    </dgm:pt>
    <dgm:pt modelId="{CE12CB89-8AF2-0B4A-A209-603C2866EC7C}" type="pres">
      <dgm:prSet presAssocID="{A3754ECB-457E-4A53-9943-49F3D0C5534F}" presName="vertSpace2b" presStyleCnt="0"/>
      <dgm:spPr/>
    </dgm:pt>
    <dgm:pt modelId="{69D2B23F-272E-BF42-A149-EB3B89B67AA6}" type="pres">
      <dgm:prSet presAssocID="{A913EB59-D6C5-4382-92EB-D951BFA851CE}" presName="thickLine" presStyleLbl="alignNode1" presStyleIdx="2" presStyleCnt="7"/>
      <dgm:spPr/>
    </dgm:pt>
    <dgm:pt modelId="{1CDFDDA2-5B87-374A-8AE2-A623CCD18D7A}" type="pres">
      <dgm:prSet presAssocID="{A913EB59-D6C5-4382-92EB-D951BFA851CE}" presName="horz1" presStyleCnt="0"/>
      <dgm:spPr/>
    </dgm:pt>
    <dgm:pt modelId="{8CB83881-E0C4-854A-A8AB-12D047B77734}" type="pres">
      <dgm:prSet presAssocID="{A913EB59-D6C5-4382-92EB-D951BFA851CE}" presName="tx1" presStyleLbl="revTx" presStyleIdx="4" presStyleCnt="14"/>
      <dgm:spPr/>
    </dgm:pt>
    <dgm:pt modelId="{952AFB0B-0349-C44C-815A-856357DE807F}" type="pres">
      <dgm:prSet presAssocID="{A913EB59-D6C5-4382-92EB-D951BFA851CE}" presName="vert1" presStyleCnt="0"/>
      <dgm:spPr/>
    </dgm:pt>
    <dgm:pt modelId="{DC6EA0D4-86C1-4D48-B456-6F1EC550D245}" type="pres">
      <dgm:prSet presAssocID="{64158B24-BE20-4ED6-8B00-C556D2DAE1B7}" presName="vertSpace2a" presStyleCnt="0"/>
      <dgm:spPr/>
    </dgm:pt>
    <dgm:pt modelId="{5549366E-4644-284E-8C1D-972315F187E4}" type="pres">
      <dgm:prSet presAssocID="{64158B24-BE20-4ED6-8B00-C556D2DAE1B7}" presName="horz2" presStyleCnt="0"/>
      <dgm:spPr/>
    </dgm:pt>
    <dgm:pt modelId="{C6A9B0F0-BB03-C14C-8AC5-539DFDCCDEE2}" type="pres">
      <dgm:prSet presAssocID="{64158B24-BE20-4ED6-8B00-C556D2DAE1B7}" presName="horzSpace2" presStyleCnt="0"/>
      <dgm:spPr/>
    </dgm:pt>
    <dgm:pt modelId="{0BEAC0B3-4A63-0647-8DF1-DFB3B6D90B2E}" type="pres">
      <dgm:prSet presAssocID="{64158B24-BE20-4ED6-8B00-C556D2DAE1B7}" presName="tx2" presStyleLbl="revTx" presStyleIdx="5" presStyleCnt="14"/>
      <dgm:spPr/>
    </dgm:pt>
    <dgm:pt modelId="{252D3568-A034-CC40-B9AE-696C70BD2EF5}" type="pres">
      <dgm:prSet presAssocID="{64158B24-BE20-4ED6-8B00-C556D2DAE1B7}" presName="vert2" presStyleCnt="0"/>
      <dgm:spPr/>
    </dgm:pt>
    <dgm:pt modelId="{0607FB65-FF68-C34E-981C-9ADF7A512144}" type="pres">
      <dgm:prSet presAssocID="{64158B24-BE20-4ED6-8B00-C556D2DAE1B7}" presName="thinLine2b" presStyleLbl="callout" presStyleIdx="2" presStyleCnt="7"/>
      <dgm:spPr/>
    </dgm:pt>
    <dgm:pt modelId="{2E00F3C5-264E-DE43-9DB4-FE755D0C05E3}" type="pres">
      <dgm:prSet presAssocID="{64158B24-BE20-4ED6-8B00-C556D2DAE1B7}" presName="vertSpace2b" presStyleCnt="0"/>
      <dgm:spPr/>
    </dgm:pt>
    <dgm:pt modelId="{C7263088-7CC3-C043-9B90-BB7CEE45AEF6}" type="pres">
      <dgm:prSet presAssocID="{143CE69A-2149-452A-907F-CC4FE0ACD0BB}" presName="thickLine" presStyleLbl="alignNode1" presStyleIdx="3" presStyleCnt="7"/>
      <dgm:spPr/>
    </dgm:pt>
    <dgm:pt modelId="{8045E2EB-D032-1C45-A99B-148DD1341748}" type="pres">
      <dgm:prSet presAssocID="{143CE69A-2149-452A-907F-CC4FE0ACD0BB}" presName="horz1" presStyleCnt="0"/>
      <dgm:spPr/>
    </dgm:pt>
    <dgm:pt modelId="{80EF1FC0-5B38-7A49-8CC2-EC98965984A3}" type="pres">
      <dgm:prSet presAssocID="{143CE69A-2149-452A-907F-CC4FE0ACD0BB}" presName="tx1" presStyleLbl="revTx" presStyleIdx="6" presStyleCnt="14"/>
      <dgm:spPr/>
    </dgm:pt>
    <dgm:pt modelId="{61968D56-0C54-1D4D-AF31-A24AB88A148B}" type="pres">
      <dgm:prSet presAssocID="{143CE69A-2149-452A-907F-CC4FE0ACD0BB}" presName="vert1" presStyleCnt="0"/>
      <dgm:spPr/>
    </dgm:pt>
    <dgm:pt modelId="{5897FAB4-5D95-C04B-B0CF-012465B2F5F9}" type="pres">
      <dgm:prSet presAssocID="{7996F470-D7B9-4C60-A606-AF3478182BF3}" presName="vertSpace2a" presStyleCnt="0"/>
      <dgm:spPr/>
    </dgm:pt>
    <dgm:pt modelId="{B8A12B6D-28C4-404C-A7C8-2BF12CFD6E48}" type="pres">
      <dgm:prSet presAssocID="{7996F470-D7B9-4C60-A606-AF3478182BF3}" presName="horz2" presStyleCnt="0"/>
      <dgm:spPr/>
    </dgm:pt>
    <dgm:pt modelId="{66930CCB-DDAD-FF4B-9927-9BB878DC7A60}" type="pres">
      <dgm:prSet presAssocID="{7996F470-D7B9-4C60-A606-AF3478182BF3}" presName="horzSpace2" presStyleCnt="0"/>
      <dgm:spPr/>
    </dgm:pt>
    <dgm:pt modelId="{17210FC9-9D22-604F-8C15-2D80C94FC082}" type="pres">
      <dgm:prSet presAssocID="{7996F470-D7B9-4C60-A606-AF3478182BF3}" presName="tx2" presStyleLbl="revTx" presStyleIdx="7" presStyleCnt="14"/>
      <dgm:spPr/>
    </dgm:pt>
    <dgm:pt modelId="{8638FD14-E140-E84F-BA21-699F9447A648}" type="pres">
      <dgm:prSet presAssocID="{7996F470-D7B9-4C60-A606-AF3478182BF3}" presName="vert2" presStyleCnt="0"/>
      <dgm:spPr/>
    </dgm:pt>
    <dgm:pt modelId="{E5BC24B7-9981-B442-B8F9-B044837DF1F1}" type="pres">
      <dgm:prSet presAssocID="{7996F470-D7B9-4C60-A606-AF3478182BF3}" presName="thinLine2b" presStyleLbl="callout" presStyleIdx="3" presStyleCnt="7"/>
      <dgm:spPr/>
    </dgm:pt>
    <dgm:pt modelId="{48204D61-9066-CB43-A57B-C09732C40FE5}" type="pres">
      <dgm:prSet presAssocID="{7996F470-D7B9-4C60-A606-AF3478182BF3}" presName="vertSpace2b" presStyleCnt="0"/>
      <dgm:spPr/>
    </dgm:pt>
    <dgm:pt modelId="{6947C3CA-72F2-7442-AD8D-3E41EEF9317A}" type="pres">
      <dgm:prSet presAssocID="{C40E85A9-8CA2-401B-B179-49C48B8B2206}" presName="thickLine" presStyleLbl="alignNode1" presStyleIdx="4" presStyleCnt="7"/>
      <dgm:spPr/>
    </dgm:pt>
    <dgm:pt modelId="{25A0EAC9-3F2E-2946-9642-4D9622DB2F47}" type="pres">
      <dgm:prSet presAssocID="{C40E85A9-8CA2-401B-B179-49C48B8B2206}" presName="horz1" presStyleCnt="0"/>
      <dgm:spPr/>
    </dgm:pt>
    <dgm:pt modelId="{B4C386B0-FA6C-9D41-ACBF-7DFC9B86D3F3}" type="pres">
      <dgm:prSet presAssocID="{C40E85A9-8CA2-401B-B179-49C48B8B2206}" presName="tx1" presStyleLbl="revTx" presStyleIdx="8" presStyleCnt="14"/>
      <dgm:spPr/>
    </dgm:pt>
    <dgm:pt modelId="{61519994-6243-D644-8943-D09B940ED62E}" type="pres">
      <dgm:prSet presAssocID="{C40E85A9-8CA2-401B-B179-49C48B8B2206}" presName="vert1" presStyleCnt="0"/>
      <dgm:spPr/>
    </dgm:pt>
    <dgm:pt modelId="{195C4662-DB01-BB44-B995-D60995F6E8D3}" type="pres">
      <dgm:prSet presAssocID="{4A833E12-47AE-4CC1-AECA-54B54206B9EE}" presName="vertSpace2a" presStyleCnt="0"/>
      <dgm:spPr/>
    </dgm:pt>
    <dgm:pt modelId="{4299325D-521B-E948-8C60-8F2C60624824}" type="pres">
      <dgm:prSet presAssocID="{4A833E12-47AE-4CC1-AECA-54B54206B9EE}" presName="horz2" presStyleCnt="0"/>
      <dgm:spPr/>
    </dgm:pt>
    <dgm:pt modelId="{145E8141-70B9-4B48-868D-422D17D4BEFC}" type="pres">
      <dgm:prSet presAssocID="{4A833E12-47AE-4CC1-AECA-54B54206B9EE}" presName="horzSpace2" presStyleCnt="0"/>
      <dgm:spPr/>
    </dgm:pt>
    <dgm:pt modelId="{245B1031-27F1-DC48-BA03-882AB193CC0C}" type="pres">
      <dgm:prSet presAssocID="{4A833E12-47AE-4CC1-AECA-54B54206B9EE}" presName="tx2" presStyleLbl="revTx" presStyleIdx="9" presStyleCnt="14"/>
      <dgm:spPr/>
    </dgm:pt>
    <dgm:pt modelId="{A87434E0-F86F-4A4B-B758-637BF2970FC3}" type="pres">
      <dgm:prSet presAssocID="{4A833E12-47AE-4CC1-AECA-54B54206B9EE}" presName="vert2" presStyleCnt="0"/>
      <dgm:spPr/>
    </dgm:pt>
    <dgm:pt modelId="{DFE0D367-E280-EF4C-AC56-604EE5D9F99D}" type="pres">
      <dgm:prSet presAssocID="{4A833E12-47AE-4CC1-AECA-54B54206B9EE}" presName="thinLine2b" presStyleLbl="callout" presStyleIdx="4" presStyleCnt="7"/>
      <dgm:spPr/>
    </dgm:pt>
    <dgm:pt modelId="{66164A5B-E8E9-2C4A-8ED4-04BF8F60AFAC}" type="pres">
      <dgm:prSet presAssocID="{4A833E12-47AE-4CC1-AECA-54B54206B9EE}" presName="vertSpace2b" presStyleCnt="0"/>
      <dgm:spPr/>
    </dgm:pt>
    <dgm:pt modelId="{777330B0-9D99-A449-B78B-21080DA4F600}" type="pres">
      <dgm:prSet presAssocID="{82C32EF9-5ADD-4C29-B0A9-E50E92F47393}" presName="thickLine" presStyleLbl="alignNode1" presStyleIdx="5" presStyleCnt="7"/>
      <dgm:spPr/>
    </dgm:pt>
    <dgm:pt modelId="{877D857C-FDCD-D945-B03A-91CAB58EACA6}" type="pres">
      <dgm:prSet presAssocID="{82C32EF9-5ADD-4C29-B0A9-E50E92F47393}" presName="horz1" presStyleCnt="0"/>
      <dgm:spPr/>
    </dgm:pt>
    <dgm:pt modelId="{8377C52B-C0AD-404D-8723-CA6CB2B10004}" type="pres">
      <dgm:prSet presAssocID="{82C32EF9-5ADD-4C29-B0A9-E50E92F47393}" presName="tx1" presStyleLbl="revTx" presStyleIdx="10" presStyleCnt="14"/>
      <dgm:spPr/>
    </dgm:pt>
    <dgm:pt modelId="{A49A6ACA-9EF1-B04A-B525-20A3B5E107A2}" type="pres">
      <dgm:prSet presAssocID="{82C32EF9-5ADD-4C29-B0A9-E50E92F47393}" presName="vert1" presStyleCnt="0"/>
      <dgm:spPr/>
    </dgm:pt>
    <dgm:pt modelId="{868FFE62-A275-A84E-A4D8-F0FFD238A3C6}" type="pres">
      <dgm:prSet presAssocID="{CC0DE0BD-FA50-4440-98B5-C137CFF447B7}" presName="vertSpace2a" presStyleCnt="0"/>
      <dgm:spPr/>
    </dgm:pt>
    <dgm:pt modelId="{699C6F5F-23E8-6C46-81B9-4CD3EAF020C7}" type="pres">
      <dgm:prSet presAssocID="{CC0DE0BD-FA50-4440-98B5-C137CFF447B7}" presName="horz2" presStyleCnt="0"/>
      <dgm:spPr/>
    </dgm:pt>
    <dgm:pt modelId="{3C3E6C50-0EDE-2044-8FFA-08DFFB097A77}" type="pres">
      <dgm:prSet presAssocID="{CC0DE0BD-FA50-4440-98B5-C137CFF447B7}" presName="horzSpace2" presStyleCnt="0"/>
      <dgm:spPr/>
    </dgm:pt>
    <dgm:pt modelId="{FF230110-EDF4-704D-B1BB-5BC50AC082A4}" type="pres">
      <dgm:prSet presAssocID="{CC0DE0BD-FA50-4440-98B5-C137CFF447B7}" presName="tx2" presStyleLbl="revTx" presStyleIdx="11" presStyleCnt="14"/>
      <dgm:spPr/>
    </dgm:pt>
    <dgm:pt modelId="{4D8D1975-22F8-3648-AF69-07BF7E0C9BD6}" type="pres">
      <dgm:prSet presAssocID="{CC0DE0BD-FA50-4440-98B5-C137CFF447B7}" presName="vert2" presStyleCnt="0"/>
      <dgm:spPr/>
    </dgm:pt>
    <dgm:pt modelId="{82BC0472-5C31-134C-AC89-26A9DE03DE94}" type="pres">
      <dgm:prSet presAssocID="{CC0DE0BD-FA50-4440-98B5-C137CFF447B7}" presName="thinLine2b" presStyleLbl="callout" presStyleIdx="5" presStyleCnt="7"/>
      <dgm:spPr/>
    </dgm:pt>
    <dgm:pt modelId="{274FE98F-4232-4342-9778-9E97BD905F0A}" type="pres">
      <dgm:prSet presAssocID="{CC0DE0BD-FA50-4440-98B5-C137CFF447B7}" presName="vertSpace2b" presStyleCnt="0"/>
      <dgm:spPr/>
    </dgm:pt>
    <dgm:pt modelId="{8563BA7C-FED9-8546-B05B-E85C4DB6017E}" type="pres">
      <dgm:prSet presAssocID="{5B0D73AD-97AD-4ECA-8B76-8AA65ACDA4CC}" presName="thickLine" presStyleLbl="alignNode1" presStyleIdx="6" presStyleCnt="7"/>
      <dgm:spPr/>
    </dgm:pt>
    <dgm:pt modelId="{F0D4732C-66CF-9F45-942F-5DE5238F7DBC}" type="pres">
      <dgm:prSet presAssocID="{5B0D73AD-97AD-4ECA-8B76-8AA65ACDA4CC}" presName="horz1" presStyleCnt="0"/>
      <dgm:spPr/>
    </dgm:pt>
    <dgm:pt modelId="{1530F365-8301-0C49-ADC3-2C49500CE48A}" type="pres">
      <dgm:prSet presAssocID="{5B0D73AD-97AD-4ECA-8B76-8AA65ACDA4CC}" presName="tx1" presStyleLbl="revTx" presStyleIdx="12" presStyleCnt="14"/>
      <dgm:spPr/>
    </dgm:pt>
    <dgm:pt modelId="{87147656-FFD1-E740-B943-BF21A230F14E}" type="pres">
      <dgm:prSet presAssocID="{5B0D73AD-97AD-4ECA-8B76-8AA65ACDA4CC}" presName="vert1" presStyleCnt="0"/>
      <dgm:spPr/>
    </dgm:pt>
    <dgm:pt modelId="{1B04E4B1-F6C2-6142-8CEF-F64C86546297}" type="pres">
      <dgm:prSet presAssocID="{1368BD59-42AF-4633-8C23-D1B3E7F06570}" presName="vertSpace2a" presStyleCnt="0"/>
      <dgm:spPr/>
    </dgm:pt>
    <dgm:pt modelId="{4266D689-4A30-0D41-81C0-21EC9171651D}" type="pres">
      <dgm:prSet presAssocID="{1368BD59-42AF-4633-8C23-D1B3E7F06570}" presName="horz2" presStyleCnt="0"/>
      <dgm:spPr/>
    </dgm:pt>
    <dgm:pt modelId="{45CA404F-1529-764D-9A31-28C917C1837E}" type="pres">
      <dgm:prSet presAssocID="{1368BD59-42AF-4633-8C23-D1B3E7F06570}" presName="horzSpace2" presStyleCnt="0"/>
      <dgm:spPr/>
    </dgm:pt>
    <dgm:pt modelId="{57AF8182-BE3C-6247-8783-C6DA36C6EAA9}" type="pres">
      <dgm:prSet presAssocID="{1368BD59-42AF-4633-8C23-D1B3E7F06570}" presName="tx2" presStyleLbl="revTx" presStyleIdx="13" presStyleCnt="14"/>
      <dgm:spPr/>
    </dgm:pt>
    <dgm:pt modelId="{1FC53B28-E489-7B47-AD8E-AB758C52E3AC}" type="pres">
      <dgm:prSet presAssocID="{1368BD59-42AF-4633-8C23-D1B3E7F06570}" presName="vert2" presStyleCnt="0"/>
      <dgm:spPr/>
    </dgm:pt>
    <dgm:pt modelId="{64CEF5A0-D50C-4C43-84BB-744A6D091184}" type="pres">
      <dgm:prSet presAssocID="{1368BD59-42AF-4633-8C23-D1B3E7F06570}" presName="thinLine2b" presStyleLbl="callout" presStyleIdx="6" presStyleCnt="7"/>
      <dgm:spPr/>
    </dgm:pt>
    <dgm:pt modelId="{ADAB6441-1CA7-5C42-AC21-9B95436FBB3C}" type="pres">
      <dgm:prSet presAssocID="{1368BD59-42AF-4633-8C23-D1B3E7F06570}" presName="vertSpace2b" presStyleCnt="0"/>
      <dgm:spPr/>
    </dgm:pt>
  </dgm:ptLst>
  <dgm:cxnLst>
    <dgm:cxn modelId="{0ABC710C-61D0-F645-BB32-140F835CA2D5}" type="presOf" srcId="{A913EB59-D6C5-4382-92EB-D951BFA851CE}" destId="{8CB83881-E0C4-854A-A8AB-12D047B77734}" srcOrd="0" destOrd="0" presId="urn:microsoft.com/office/officeart/2008/layout/LinedList"/>
    <dgm:cxn modelId="{E915C50C-3D44-9741-A3FD-BEB6C37997A2}" type="presOf" srcId="{444E9060-998E-4CF7-B75B-4584C00DA2B8}" destId="{4C18D17D-6ECC-9B4C-8B27-3260C9A53034}" srcOrd="0" destOrd="0" presId="urn:microsoft.com/office/officeart/2008/layout/LinedList"/>
    <dgm:cxn modelId="{E4AE2D10-2157-154E-BEA6-67B911B65E3E}" type="presOf" srcId="{5B0D73AD-97AD-4ECA-8B76-8AA65ACDA4CC}" destId="{1530F365-8301-0C49-ADC3-2C49500CE48A}" srcOrd="0" destOrd="0" presId="urn:microsoft.com/office/officeart/2008/layout/LinedList"/>
    <dgm:cxn modelId="{0D16721B-5868-4D9C-8D51-45E9A14FE972}" srcId="{82C32EF9-5ADD-4C29-B0A9-E50E92F47393}" destId="{CC0DE0BD-FA50-4440-98B5-C137CFF447B7}" srcOrd="0" destOrd="0" parTransId="{0039F890-8182-48B4-A56E-4FF937E9E03C}" sibTransId="{82A9E6F3-64C2-4CCC-B2C6-99187A2C1145}"/>
    <dgm:cxn modelId="{709A8426-6E4F-9D45-AA50-DF5582A83D9E}" type="presOf" srcId="{CC0DE0BD-FA50-4440-98B5-C137CFF447B7}" destId="{FF230110-EDF4-704D-B1BB-5BC50AC082A4}" srcOrd="0" destOrd="0" presId="urn:microsoft.com/office/officeart/2008/layout/LinedList"/>
    <dgm:cxn modelId="{DAC7EF2E-72CB-E945-A473-71D99751F123}" type="presOf" srcId="{7996F470-D7B9-4C60-A606-AF3478182BF3}" destId="{17210FC9-9D22-604F-8C15-2D80C94FC082}" srcOrd="0" destOrd="0" presId="urn:microsoft.com/office/officeart/2008/layout/LinedList"/>
    <dgm:cxn modelId="{5B2CB045-738F-2F47-9690-ECA20CE62977}" type="presOf" srcId="{143CE69A-2149-452A-907F-CC4FE0ACD0BB}" destId="{80EF1FC0-5B38-7A49-8CC2-EC98965984A3}" srcOrd="0" destOrd="0" presId="urn:microsoft.com/office/officeart/2008/layout/LinedList"/>
    <dgm:cxn modelId="{FA19694C-793A-4546-A0E4-9FBCCC28180B}" type="presOf" srcId="{1368BD59-42AF-4633-8C23-D1B3E7F06570}" destId="{57AF8182-BE3C-6247-8783-C6DA36C6EAA9}" srcOrd="0" destOrd="0" presId="urn:microsoft.com/office/officeart/2008/layout/LinedList"/>
    <dgm:cxn modelId="{DB99744C-6550-4D74-9B96-A66CEBC3CB3C}" srcId="{A913EB59-D6C5-4382-92EB-D951BFA851CE}" destId="{64158B24-BE20-4ED6-8B00-C556D2DAE1B7}" srcOrd="0" destOrd="0" parTransId="{E70B2DBC-825C-42A6-974D-C07669FD0E83}" sibTransId="{30F65016-F088-436D-8373-38B2F5623D96}"/>
    <dgm:cxn modelId="{1A2BBB4F-6D8B-B14C-9643-4A5041FDA802}" type="presOf" srcId="{82C32EF9-5ADD-4C29-B0A9-E50E92F47393}" destId="{8377C52B-C0AD-404D-8723-CA6CB2B10004}" srcOrd="0" destOrd="0" presId="urn:microsoft.com/office/officeart/2008/layout/LinedList"/>
    <dgm:cxn modelId="{7C349164-A6D2-4FF8-B460-96E16492E072}" srcId="{A9823978-3E2E-439C-BE55-006551D9C688}" destId="{C40E85A9-8CA2-401B-B179-49C48B8B2206}" srcOrd="4" destOrd="0" parTransId="{8699BAD7-92B0-422C-B577-E1D21F2E7D34}" sibTransId="{17E1A04C-52A5-4C9F-8C13-B82094663525}"/>
    <dgm:cxn modelId="{6F301F65-3347-F64F-AB62-6365DBAC6EAA}" type="presOf" srcId="{09A3C3D4-91C3-475F-96B3-07164B295A14}" destId="{FB87F199-17CE-6346-B5C1-194ED04B0D28}" srcOrd="0" destOrd="0" presId="urn:microsoft.com/office/officeart/2008/layout/LinedList"/>
    <dgm:cxn modelId="{DE67E76D-303F-4569-968B-6E4869227501}" srcId="{09A3C3D4-91C3-475F-96B3-07164B295A14}" destId="{A3754ECB-457E-4A53-9943-49F3D0C5534F}" srcOrd="0" destOrd="0" parTransId="{7D0227C4-70A7-4AA0-9B2D-08311F6F972D}" sibTransId="{C9CC7C44-74BC-4AC2-A386-7D803D4D9A69}"/>
    <dgm:cxn modelId="{AC7C3475-F1A5-4A11-B9C0-8F04D6D5AAC1}" srcId="{A9823978-3E2E-439C-BE55-006551D9C688}" destId="{5B0D73AD-97AD-4ECA-8B76-8AA65ACDA4CC}" srcOrd="6" destOrd="0" parTransId="{BE95A2FB-4188-4296-98BC-B0A07584A625}" sibTransId="{A1E629F3-9382-48F5-8AA5-A83E288B318E}"/>
    <dgm:cxn modelId="{5151C27B-E36E-F645-9B33-22A134062ADE}" type="presOf" srcId="{3DA7134E-391D-470E-9668-AD736C8B7C1E}" destId="{842610BF-F8AA-2B47-BFB8-71BAA3F5E01A}" srcOrd="0" destOrd="0" presId="urn:microsoft.com/office/officeart/2008/layout/LinedList"/>
    <dgm:cxn modelId="{1C1F26B6-9154-4C7E-BE1D-29D75993A019}" srcId="{5B0D73AD-97AD-4ECA-8B76-8AA65ACDA4CC}" destId="{1368BD59-42AF-4633-8C23-D1B3E7F06570}" srcOrd="0" destOrd="0" parTransId="{1B325CCA-D774-4D3D-B98B-EB06134B1DDB}" sibTransId="{9EF73715-E925-4693-A896-88A28C22593A}"/>
    <dgm:cxn modelId="{B0AA39C4-4EA7-4DCA-AC12-36C681070B4F}" srcId="{A9823978-3E2E-439C-BE55-006551D9C688}" destId="{A913EB59-D6C5-4382-92EB-D951BFA851CE}" srcOrd="2" destOrd="0" parTransId="{3B8CD85E-46C9-4B49-8725-46F7FE10BFF9}" sibTransId="{8A34667E-C8C4-4ABA-9B20-AD1801ACEC0A}"/>
    <dgm:cxn modelId="{A36FD1C4-77CC-2A44-AF9F-7A6446659CDE}" type="presOf" srcId="{64158B24-BE20-4ED6-8B00-C556D2DAE1B7}" destId="{0BEAC0B3-4A63-0647-8DF1-DFB3B6D90B2E}" srcOrd="0" destOrd="0" presId="urn:microsoft.com/office/officeart/2008/layout/LinedList"/>
    <dgm:cxn modelId="{B6B3D3C9-F511-4F29-9982-1E4F35439369}" srcId="{A9823978-3E2E-439C-BE55-006551D9C688}" destId="{09A3C3D4-91C3-475F-96B3-07164B295A14}" srcOrd="1" destOrd="0" parTransId="{E1C08662-6332-4DB3-9D28-F0425B4D6E06}" sibTransId="{4544769C-FE13-43F8-A5F0-2602A7B6D3D0}"/>
    <dgm:cxn modelId="{72C619CE-F369-4AED-87D4-F325738707E8}" srcId="{A9823978-3E2E-439C-BE55-006551D9C688}" destId="{3DA7134E-391D-470E-9668-AD736C8B7C1E}" srcOrd="0" destOrd="0" parTransId="{CA08137E-FBEF-40DE-8446-58082910F2F0}" sibTransId="{3FFF062F-5B8E-4CC6-A752-7C67DA64C10E}"/>
    <dgm:cxn modelId="{031C2AD6-C830-456B-9B82-A26DC2331A37}" srcId="{C40E85A9-8CA2-401B-B179-49C48B8B2206}" destId="{4A833E12-47AE-4CC1-AECA-54B54206B9EE}" srcOrd="0" destOrd="0" parTransId="{28E41017-CAE3-4EA6-BCDB-1546AA734AF3}" sibTransId="{291645E7-490C-4E85-A4E5-1A098AF5708D}"/>
    <dgm:cxn modelId="{460ED3D7-F97E-EE45-9481-090B8A4EDC12}" type="presOf" srcId="{A3754ECB-457E-4A53-9943-49F3D0C5534F}" destId="{4BC069C3-D493-A346-8AE9-2ED80043F709}" srcOrd="0" destOrd="0" presId="urn:microsoft.com/office/officeart/2008/layout/LinedList"/>
    <dgm:cxn modelId="{3F711ADA-0B85-4AFE-8612-CD66F05EC922}" srcId="{3DA7134E-391D-470E-9668-AD736C8B7C1E}" destId="{444E9060-998E-4CF7-B75B-4584C00DA2B8}" srcOrd="0" destOrd="0" parTransId="{490FCD28-9C50-4034-BED1-499BB898E985}" sibTransId="{D20C6002-AFC4-4044-A9C3-3EF78D84A2AB}"/>
    <dgm:cxn modelId="{A443F9E2-B099-D142-925D-61904E5AAB3F}" type="presOf" srcId="{4A833E12-47AE-4CC1-AECA-54B54206B9EE}" destId="{245B1031-27F1-DC48-BA03-882AB193CC0C}" srcOrd="0" destOrd="0" presId="urn:microsoft.com/office/officeart/2008/layout/LinedList"/>
    <dgm:cxn modelId="{7B77C9EA-91FD-4894-966E-CFF4C8BCCB03}" srcId="{143CE69A-2149-452A-907F-CC4FE0ACD0BB}" destId="{7996F470-D7B9-4C60-A606-AF3478182BF3}" srcOrd="0" destOrd="0" parTransId="{C7CDF7D1-9DAF-417D-9655-12D67E0C25C3}" sibTransId="{4C27FDAB-35CF-41C5-A0AB-60B12688F38D}"/>
    <dgm:cxn modelId="{401B9AEB-4501-D742-B91C-5989D3A3E198}" type="presOf" srcId="{A9823978-3E2E-439C-BE55-006551D9C688}" destId="{4FBA93B3-CF19-5241-8715-092DD91902D9}" srcOrd="0" destOrd="0" presId="urn:microsoft.com/office/officeart/2008/layout/LinedList"/>
    <dgm:cxn modelId="{CCB09AEC-8162-4E54-937B-E28E60AEE986}" srcId="{A9823978-3E2E-439C-BE55-006551D9C688}" destId="{143CE69A-2149-452A-907F-CC4FE0ACD0BB}" srcOrd="3" destOrd="0" parTransId="{AEF22B20-F0F9-4E31-A6C0-E135778E6C39}" sibTransId="{327EAB24-7346-4CD8-9939-5DA7FACBD85B}"/>
    <dgm:cxn modelId="{4F3294FC-5F38-694B-B5D4-CEE5FD2CBE30}" type="presOf" srcId="{C40E85A9-8CA2-401B-B179-49C48B8B2206}" destId="{B4C386B0-FA6C-9D41-ACBF-7DFC9B86D3F3}" srcOrd="0" destOrd="0" presId="urn:microsoft.com/office/officeart/2008/layout/LinedList"/>
    <dgm:cxn modelId="{A90FB4FD-FA7E-497F-BB07-32C296C9558B}" srcId="{A9823978-3E2E-439C-BE55-006551D9C688}" destId="{82C32EF9-5ADD-4C29-B0A9-E50E92F47393}" srcOrd="5" destOrd="0" parTransId="{F87B0D10-58B8-40BD-949D-9DC6D06E499F}" sibTransId="{AD7DCDB5-4446-477D-80BB-227E7F535CEC}"/>
    <dgm:cxn modelId="{58344EDF-66E0-B54C-8CCF-3FC7E49C977D}" type="presParOf" srcId="{4FBA93B3-CF19-5241-8715-092DD91902D9}" destId="{808FA2BC-7F95-7746-84FC-9B4AE3021535}" srcOrd="0" destOrd="0" presId="urn:microsoft.com/office/officeart/2008/layout/LinedList"/>
    <dgm:cxn modelId="{6A1DC67A-FEBC-6F4B-8B30-EE7AAF538FC7}" type="presParOf" srcId="{4FBA93B3-CF19-5241-8715-092DD91902D9}" destId="{AA2E6EFB-ABBF-D24F-A8BC-79F96107CE07}" srcOrd="1" destOrd="0" presId="urn:microsoft.com/office/officeart/2008/layout/LinedList"/>
    <dgm:cxn modelId="{24EF6CAE-0BEA-6740-85B9-60F0EC5C81DD}" type="presParOf" srcId="{AA2E6EFB-ABBF-D24F-A8BC-79F96107CE07}" destId="{842610BF-F8AA-2B47-BFB8-71BAA3F5E01A}" srcOrd="0" destOrd="0" presId="urn:microsoft.com/office/officeart/2008/layout/LinedList"/>
    <dgm:cxn modelId="{809C33F8-645A-F045-BA6C-B3EC0D6B0A9D}" type="presParOf" srcId="{AA2E6EFB-ABBF-D24F-A8BC-79F96107CE07}" destId="{1215F722-7C39-784A-93DC-611B366FBB4D}" srcOrd="1" destOrd="0" presId="urn:microsoft.com/office/officeart/2008/layout/LinedList"/>
    <dgm:cxn modelId="{866D08CB-7DE6-EC45-B0E5-D2A90FD50FCC}" type="presParOf" srcId="{1215F722-7C39-784A-93DC-611B366FBB4D}" destId="{C6F27CB3-5873-E84F-8432-AF0CC0849D3C}" srcOrd="0" destOrd="0" presId="urn:microsoft.com/office/officeart/2008/layout/LinedList"/>
    <dgm:cxn modelId="{A5CF67E6-EE3F-854E-850C-BC2313C5A74C}" type="presParOf" srcId="{1215F722-7C39-784A-93DC-611B366FBB4D}" destId="{4EEC2254-84F5-5549-A416-524BDA8B9326}" srcOrd="1" destOrd="0" presId="urn:microsoft.com/office/officeart/2008/layout/LinedList"/>
    <dgm:cxn modelId="{93478ADC-A7D8-9A48-B7A6-DFE751856BB7}" type="presParOf" srcId="{4EEC2254-84F5-5549-A416-524BDA8B9326}" destId="{DF5C60AA-5A05-9B4A-A25B-6CC67577046C}" srcOrd="0" destOrd="0" presId="urn:microsoft.com/office/officeart/2008/layout/LinedList"/>
    <dgm:cxn modelId="{E64C6D1B-5CF1-1147-95F9-3EB56F1D4C10}" type="presParOf" srcId="{4EEC2254-84F5-5549-A416-524BDA8B9326}" destId="{4C18D17D-6ECC-9B4C-8B27-3260C9A53034}" srcOrd="1" destOrd="0" presId="urn:microsoft.com/office/officeart/2008/layout/LinedList"/>
    <dgm:cxn modelId="{C6A3B2A4-40F2-B84B-B205-540EE715D00F}" type="presParOf" srcId="{4EEC2254-84F5-5549-A416-524BDA8B9326}" destId="{1694C442-4F88-6446-88E4-16D2F3F4D07E}" srcOrd="2" destOrd="0" presId="urn:microsoft.com/office/officeart/2008/layout/LinedList"/>
    <dgm:cxn modelId="{B900D590-B989-8547-98F9-CB657D99CC11}" type="presParOf" srcId="{1215F722-7C39-784A-93DC-611B366FBB4D}" destId="{40415BEE-03E3-8145-9BE2-6B90E5AB086D}" srcOrd="2" destOrd="0" presId="urn:microsoft.com/office/officeart/2008/layout/LinedList"/>
    <dgm:cxn modelId="{FD468041-665F-8A4C-98A1-37D817C37B43}" type="presParOf" srcId="{1215F722-7C39-784A-93DC-611B366FBB4D}" destId="{7EE75FE7-6FF2-4F47-9B92-7241B327768D}" srcOrd="3" destOrd="0" presId="urn:microsoft.com/office/officeart/2008/layout/LinedList"/>
    <dgm:cxn modelId="{31AAE0CC-2098-EE46-A699-24125CEC1B5E}" type="presParOf" srcId="{4FBA93B3-CF19-5241-8715-092DD91902D9}" destId="{E63EEDC4-E8C3-8C42-9A47-F4F959564FE0}" srcOrd="2" destOrd="0" presId="urn:microsoft.com/office/officeart/2008/layout/LinedList"/>
    <dgm:cxn modelId="{73A6DCF0-054C-484F-AF3C-0ACD8C019CC6}" type="presParOf" srcId="{4FBA93B3-CF19-5241-8715-092DD91902D9}" destId="{A641F212-27B2-C642-B73D-116ADDB33D49}" srcOrd="3" destOrd="0" presId="urn:microsoft.com/office/officeart/2008/layout/LinedList"/>
    <dgm:cxn modelId="{06C74786-E8B9-2A45-8785-02904ED8995A}" type="presParOf" srcId="{A641F212-27B2-C642-B73D-116ADDB33D49}" destId="{FB87F199-17CE-6346-B5C1-194ED04B0D28}" srcOrd="0" destOrd="0" presId="urn:microsoft.com/office/officeart/2008/layout/LinedList"/>
    <dgm:cxn modelId="{BA9318E5-F205-8A4E-B0F5-3F5DA5FA2E5B}" type="presParOf" srcId="{A641F212-27B2-C642-B73D-116ADDB33D49}" destId="{51D72F67-F880-994F-A4BC-5A8A6B611832}" srcOrd="1" destOrd="0" presId="urn:microsoft.com/office/officeart/2008/layout/LinedList"/>
    <dgm:cxn modelId="{A35F37B6-F538-9642-BCEB-54D7282C6B4F}" type="presParOf" srcId="{51D72F67-F880-994F-A4BC-5A8A6B611832}" destId="{14DC066C-D5E5-5047-8DB3-442F36930749}" srcOrd="0" destOrd="0" presId="urn:microsoft.com/office/officeart/2008/layout/LinedList"/>
    <dgm:cxn modelId="{CFD73A3F-A1B1-D543-AA06-CB6D6D0F2C1D}" type="presParOf" srcId="{51D72F67-F880-994F-A4BC-5A8A6B611832}" destId="{0F105866-A9F2-B94C-8DA5-81B4276D67D0}" srcOrd="1" destOrd="0" presId="urn:microsoft.com/office/officeart/2008/layout/LinedList"/>
    <dgm:cxn modelId="{F6173A58-8F32-084D-9611-106A9F9759CA}" type="presParOf" srcId="{0F105866-A9F2-B94C-8DA5-81B4276D67D0}" destId="{01DC880F-C270-0C4F-9E00-6F20BCE6734A}" srcOrd="0" destOrd="0" presId="urn:microsoft.com/office/officeart/2008/layout/LinedList"/>
    <dgm:cxn modelId="{FF62FA02-4780-9A4F-96C6-0A0E48EEFCE7}" type="presParOf" srcId="{0F105866-A9F2-B94C-8DA5-81B4276D67D0}" destId="{4BC069C3-D493-A346-8AE9-2ED80043F709}" srcOrd="1" destOrd="0" presId="urn:microsoft.com/office/officeart/2008/layout/LinedList"/>
    <dgm:cxn modelId="{71772B49-B38B-2947-ABE2-E5F5D62EBBF5}" type="presParOf" srcId="{0F105866-A9F2-B94C-8DA5-81B4276D67D0}" destId="{DCA324F8-F616-924E-B323-CA93301B393E}" srcOrd="2" destOrd="0" presId="urn:microsoft.com/office/officeart/2008/layout/LinedList"/>
    <dgm:cxn modelId="{7A62D0FA-65B3-A840-BD34-9643D0639847}" type="presParOf" srcId="{51D72F67-F880-994F-A4BC-5A8A6B611832}" destId="{E78B565F-D77B-2E4C-BACB-432B9597A08A}" srcOrd="2" destOrd="0" presId="urn:microsoft.com/office/officeart/2008/layout/LinedList"/>
    <dgm:cxn modelId="{C57FD1C2-156D-ED46-B264-C0A923BA752A}" type="presParOf" srcId="{51D72F67-F880-994F-A4BC-5A8A6B611832}" destId="{CE12CB89-8AF2-0B4A-A209-603C2866EC7C}" srcOrd="3" destOrd="0" presId="urn:microsoft.com/office/officeart/2008/layout/LinedList"/>
    <dgm:cxn modelId="{BD51CC52-A421-C543-B377-B252B55F2231}" type="presParOf" srcId="{4FBA93B3-CF19-5241-8715-092DD91902D9}" destId="{69D2B23F-272E-BF42-A149-EB3B89B67AA6}" srcOrd="4" destOrd="0" presId="urn:microsoft.com/office/officeart/2008/layout/LinedList"/>
    <dgm:cxn modelId="{E4D792A8-BB0B-3B40-8D75-AE253FBB2104}" type="presParOf" srcId="{4FBA93B3-CF19-5241-8715-092DD91902D9}" destId="{1CDFDDA2-5B87-374A-8AE2-A623CCD18D7A}" srcOrd="5" destOrd="0" presId="urn:microsoft.com/office/officeart/2008/layout/LinedList"/>
    <dgm:cxn modelId="{BFD1C10B-FBE7-D748-B32A-F6F3EE0D84BD}" type="presParOf" srcId="{1CDFDDA2-5B87-374A-8AE2-A623CCD18D7A}" destId="{8CB83881-E0C4-854A-A8AB-12D047B77734}" srcOrd="0" destOrd="0" presId="urn:microsoft.com/office/officeart/2008/layout/LinedList"/>
    <dgm:cxn modelId="{58828A99-C59B-FA48-A56D-14B7871A295C}" type="presParOf" srcId="{1CDFDDA2-5B87-374A-8AE2-A623CCD18D7A}" destId="{952AFB0B-0349-C44C-815A-856357DE807F}" srcOrd="1" destOrd="0" presId="urn:microsoft.com/office/officeart/2008/layout/LinedList"/>
    <dgm:cxn modelId="{2E67AFC0-F350-B148-964F-080763F77736}" type="presParOf" srcId="{952AFB0B-0349-C44C-815A-856357DE807F}" destId="{DC6EA0D4-86C1-4D48-B456-6F1EC550D245}" srcOrd="0" destOrd="0" presId="urn:microsoft.com/office/officeart/2008/layout/LinedList"/>
    <dgm:cxn modelId="{7B50162F-0C24-3B46-B03E-26F5DB570C53}" type="presParOf" srcId="{952AFB0B-0349-C44C-815A-856357DE807F}" destId="{5549366E-4644-284E-8C1D-972315F187E4}" srcOrd="1" destOrd="0" presId="urn:microsoft.com/office/officeart/2008/layout/LinedList"/>
    <dgm:cxn modelId="{96C0FA48-BE0D-1647-AD92-05772B73F4F9}" type="presParOf" srcId="{5549366E-4644-284E-8C1D-972315F187E4}" destId="{C6A9B0F0-BB03-C14C-8AC5-539DFDCCDEE2}" srcOrd="0" destOrd="0" presId="urn:microsoft.com/office/officeart/2008/layout/LinedList"/>
    <dgm:cxn modelId="{0239C646-902D-0E4E-8C6E-7B19E915349B}" type="presParOf" srcId="{5549366E-4644-284E-8C1D-972315F187E4}" destId="{0BEAC0B3-4A63-0647-8DF1-DFB3B6D90B2E}" srcOrd="1" destOrd="0" presId="urn:microsoft.com/office/officeart/2008/layout/LinedList"/>
    <dgm:cxn modelId="{8DB5CB19-2335-4E46-98BA-2FEB9C7498BA}" type="presParOf" srcId="{5549366E-4644-284E-8C1D-972315F187E4}" destId="{252D3568-A034-CC40-B9AE-696C70BD2EF5}" srcOrd="2" destOrd="0" presId="urn:microsoft.com/office/officeart/2008/layout/LinedList"/>
    <dgm:cxn modelId="{D5670473-4F57-C54D-9E89-EE6BD4EA7E1A}" type="presParOf" srcId="{952AFB0B-0349-C44C-815A-856357DE807F}" destId="{0607FB65-FF68-C34E-981C-9ADF7A512144}" srcOrd="2" destOrd="0" presId="urn:microsoft.com/office/officeart/2008/layout/LinedList"/>
    <dgm:cxn modelId="{AB3529D0-2315-E142-9EB5-695F3514F07E}" type="presParOf" srcId="{952AFB0B-0349-C44C-815A-856357DE807F}" destId="{2E00F3C5-264E-DE43-9DB4-FE755D0C05E3}" srcOrd="3" destOrd="0" presId="urn:microsoft.com/office/officeart/2008/layout/LinedList"/>
    <dgm:cxn modelId="{9F8A5709-03FC-464D-95B7-8E4D1C31C555}" type="presParOf" srcId="{4FBA93B3-CF19-5241-8715-092DD91902D9}" destId="{C7263088-7CC3-C043-9B90-BB7CEE45AEF6}" srcOrd="6" destOrd="0" presId="urn:microsoft.com/office/officeart/2008/layout/LinedList"/>
    <dgm:cxn modelId="{2636524A-3B21-A04F-9E11-932ED04D7467}" type="presParOf" srcId="{4FBA93B3-CF19-5241-8715-092DD91902D9}" destId="{8045E2EB-D032-1C45-A99B-148DD1341748}" srcOrd="7" destOrd="0" presId="urn:microsoft.com/office/officeart/2008/layout/LinedList"/>
    <dgm:cxn modelId="{76C3FD40-4EDD-8C42-9024-405538F6CAE0}" type="presParOf" srcId="{8045E2EB-D032-1C45-A99B-148DD1341748}" destId="{80EF1FC0-5B38-7A49-8CC2-EC98965984A3}" srcOrd="0" destOrd="0" presId="urn:microsoft.com/office/officeart/2008/layout/LinedList"/>
    <dgm:cxn modelId="{AD2B98C1-E5E9-214B-82BE-B3F2EE05386F}" type="presParOf" srcId="{8045E2EB-D032-1C45-A99B-148DD1341748}" destId="{61968D56-0C54-1D4D-AF31-A24AB88A148B}" srcOrd="1" destOrd="0" presId="urn:microsoft.com/office/officeart/2008/layout/LinedList"/>
    <dgm:cxn modelId="{907CD133-D10C-3549-BA12-21C983E0A0D1}" type="presParOf" srcId="{61968D56-0C54-1D4D-AF31-A24AB88A148B}" destId="{5897FAB4-5D95-C04B-B0CF-012465B2F5F9}" srcOrd="0" destOrd="0" presId="urn:microsoft.com/office/officeart/2008/layout/LinedList"/>
    <dgm:cxn modelId="{74E24BF5-03CF-B043-9F77-F928313EA027}" type="presParOf" srcId="{61968D56-0C54-1D4D-AF31-A24AB88A148B}" destId="{B8A12B6D-28C4-404C-A7C8-2BF12CFD6E48}" srcOrd="1" destOrd="0" presId="urn:microsoft.com/office/officeart/2008/layout/LinedList"/>
    <dgm:cxn modelId="{3C204FEC-42D8-C043-A55D-1B62981D2D83}" type="presParOf" srcId="{B8A12B6D-28C4-404C-A7C8-2BF12CFD6E48}" destId="{66930CCB-DDAD-FF4B-9927-9BB878DC7A60}" srcOrd="0" destOrd="0" presId="urn:microsoft.com/office/officeart/2008/layout/LinedList"/>
    <dgm:cxn modelId="{A1B0A909-2361-FF47-AF80-99068D0220AF}" type="presParOf" srcId="{B8A12B6D-28C4-404C-A7C8-2BF12CFD6E48}" destId="{17210FC9-9D22-604F-8C15-2D80C94FC082}" srcOrd="1" destOrd="0" presId="urn:microsoft.com/office/officeart/2008/layout/LinedList"/>
    <dgm:cxn modelId="{1376ED98-1FE5-794B-969E-D2F57D679C75}" type="presParOf" srcId="{B8A12B6D-28C4-404C-A7C8-2BF12CFD6E48}" destId="{8638FD14-E140-E84F-BA21-699F9447A648}" srcOrd="2" destOrd="0" presId="urn:microsoft.com/office/officeart/2008/layout/LinedList"/>
    <dgm:cxn modelId="{056EB90C-0F44-3A41-9717-AAC29F7F758D}" type="presParOf" srcId="{61968D56-0C54-1D4D-AF31-A24AB88A148B}" destId="{E5BC24B7-9981-B442-B8F9-B044837DF1F1}" srcOrd="2" destOrd="0" presId="urn:microsoft.com/office/officeart/2008/layout/LinedList"/>
    <dgm:cxn modelId="{CB7D0196-0471-0041-B6FF-93DADDA662DF}" type="presParOf" srcId="{61968D56-0C54-1D4D-AF31-A24AB88A148B}" destId="{48204D61-9066-CB43-A57B-C09732C40FE5}" srcOrd="3" destOrd="0" presId="urn:microsoft.com/office/officeart/2008/layout/LinedList"/>
    <dgm:cxn modelId="{01D48549-E1AF-4F46-9CDA-B00A8C179255}" type="presParOf" srcId="{4FBA93B3-CF19-5241-8715-092DD91902D9}" destId="{6947C3CA-72F2-7442-AD8D-3E41EEF9317A}" srcOrd="8" destOrd="0" presId="urn:microsoft.com/office/officeart/2008/layout/LinedList"/>
    <dgm:cxn modelId="{A0AAE330-1B95-994D-AAE2-0281DD92814B}" type="presParOf" srcId="{4FBA93B3-CF19-5241-8715-092DD91902D9}" destId="{25A0EAC9-3F2E-2946-9642-4D9622DB2F47}" srcOrd="9" destOrd="0" presId="urn:microsoft.com/office/officeart/2008/layout/LinedList"/>
    <dgm:cxn modelId="{5727EFAA-30C7-974F-8EE8-F5CE9C02E008}" type="presParOf" srcId="{25A0EAC9-3F2E-2946-9642-4D9622DB2F47}" destId="{B4C386B0-FA6C-9D41-ACBF-7DFC9B86D3F3}" srcOrd="0" destOrd="0" presId="urn:microsoft.com/office/officeart/2008/layout/LinedList"/>
    <dgm:cxn modelId="{45E40322-4CA7-D146-9943-6490C08D9349}" type="presParOf" srcId="{25A0EAC9-3F2E-2946-9642-4D9622DB2F47}" destId="{61519994-6243-D644-8943-D09B940ED62E}" srcOrd="1" destOrd="0" presId="urn:microsoft.com/office/officeart/2008/layout/LinedList"/>
    <dgm:cxn modelId="{594964F7-CB5C-2045-AFE5-4F97D3B171A1}" type="presParOf" srcId="{61519994-6243-D644-8943-D09B940ED62E}" destId="{195C4662-DB01-BB44-B995-D60995F6E8D3}" srcOrd="0" destOrd="0" presId="urn:microsoft.com/office/officeart/2008/layout/LinedList"/>
    <dgm:cxn modelId="{D8FB3292-B19F-E54F-84A6-56927D960BB8}" type="presParOf" srcId="{61519994-6243-D644-8943-D09B940ED62E}" destId="{4299325D-521B-E948-8C60-8F2C60624824}" srcOrd="1" destOrd="0" presId="urn:microsoft.com/office/officeart/2008/layout/LinedList"/>
    <dgm:cxn modelId="{DFD5AD12-F546-714C-B66E-939A8ECE92E0}" type="presParOf" srcId="{4299325D-521B-E948-8C60-8F2C60624824}" destId="{145E8141-70B9-4B48-868D-422D17D4BEFC}" srcOrd="0" destOrd="0" presId="urn:microsoft.com/office/officeart/2008/layout/LinedList"/>
    <dgm:cxn modelId="{F11E0E27-81D1-8E4C-94D8-8E19544EB028}" type="presParOf" srcId="{4299325D-521B-E948-8C60-8F2C60624824}" destId="{245B1031-27F1-DC48-BA03-882AB193CC0C}" srcOrd="1" destOrd="0" presId="urn:microsoft.com/office/officeart/2008/layout/LinedList"/>
    <dgm:cxn modelId="{D2D590CF-A1A7-664D-A12D-1E60CCC3F78F}" type="presParOf" srcId="{4299325D-521B-E948-8C60-8F2C60624824}" destId="{A87434E0-F86F-4A4B-B758-637BF2970FC3}" srcOrd="2" destOrd="0" presId="urn:microsoft.com/office/officeart/2008/layout/LinedList"/>
    <dgm:cxn modelId="{83C10D84-CF38-9A41-9E59-46046D9585FA}" type="presParOf" srcId="{61519994-6243-D644-8943-D09B940ED62E}" destId="{DFE0D367-E280-EF4C-AC56-604EE5D9F99D}" srcOrd="2" destOrd="0" presId="urn:microsoft.com/office/officeart/2008/layout/LinedList"/>
    <dgm:cxn modelId="{7DAD6CC5-84DC-DC41-B092-436C511A0FB3}" type="presParOf" srcId="{61519994-6243-D644-8943-D09B940ED62E}" destId="{66164A5B-E8E9-2C4A-8ED4-04BF8F60AFAC}" srcOrd="3" destOrd="0" presId="urn:microsoft.com/office/officeart/2008/layout/LinedList"/>
    <dgm:cxn modelId="{4AB4E0F1-AEBF-AD42-A389-5929A697080B}" type="presParOf" srcId="{4FBA93B3-CF19-5241-8715-092DD91902D9}" destId="{777330B0-9D99-A449-B78B-21080DA4F600}" srcOrd="10" destOrd="0" presId="urn:microsoft.com/office/officeart/2008/layout/LinedList"/>
    <dgm:cxn modelId="{541BCC89-EC54-294E-A7CF-30175CECEB59}" type="presParOf" srcId="{4FBA93B3-CF19-5241-8715-092DD91902D9}" destId="{877D857C-FDCD-D945-B03A-91CAB58EACA6}" srcOrd="11" destOrd="0" presId="urn:microsoft.com/office/officeart/2008/layout/LinedList"/>
    <dgm:cxn modelId="{10A005F9-2904-C242-8939-B1994D3DF076}" type="presParOf" srcId="{877D857C-FDCD-D945-B03A-91CAB58EACA6}" destId="{8377C52B-C0AD-404D-8723-CA6CB2B10004}" srcOrd="0" destOrd="0" presId="urn:microsoft.com/office/officeart/2008/layout/LinedList"/>
    <dgm:cxn modelId="{50502F32-E084-4C4C-8AFE-677DEE07AEB0}" type="presParOf" srcId="{877D857C-FDCD-D945-B03A-91CAB58EACA6}" destId="{A49A6ACA-9EF1-B04A-B525-20A3B5E107A2}" srcOrd="1" destOrd="0" presId="urn:microsoft.com/office/officeart/2008/layout/LinedList"/>
    <dgm:cxn modelId="{78626BCA-19F3-9A44-A256-E86D9DD20BA9}" type="presParOf" srcId="{A49A6ACA-9EF1-B04A-B525-20A3B5E107A2}" destId="{868FFE62-A275-A84E-A4D8-F0FFD238A3C6}" srcOrd="0" destOrd="0" presId="urn:microsoft.com/office/officeart/2008/layout/LinedList"/>
    <dgm:cxn modelId="{D8C27380-5391-4041-BDDD-8797837FA4A0}" type="presParOf" srcId="{A49A6ACA-9EF1-B04A-B525-20A3B5E107A2}" destId="{699C6F5F-23E8-6C46-81B9-4CD3EAF020C7}" srcOrd="1" destOrd="0" presId="urn:microsoft.com/office/officeart/2008/layout/LinedList"/>
    <dgm:cxn modelId="{6E19B605-BB5D-6B46-BA03-5A3D5020DE27}" type="presParOf" srcId="{699C6F5F-23E8-6C46-81B9-4CD3EAF020C7}" destId="{3C3E6C50-0EDE-2044-8FFA-08DFFB097A77}" srcOrd="0" destOrd="0" presId="urn:microsoft.com/office/officeart/2008/layout/LinedList"/>
    <dgm:cxn modelId="{79C7E386-97D7-DE4B-9E37-16177BAA1AEA}" type="presParOf" srcId="{699C6F5F-23E8-6C46-81B9-4CD3EAF020C7}" destId="{FF230110-EDF4-704D-B1BB-5BC50AC082A4}" srcOrd="1" destOrd="0" presId="urn:microsoft.com/office/officeart/2008/layout/LinedList"/>
    <dgm:cxn modelId="{DC3AFBDE-EEC5-7646-B1EC-FC1DCF953976}" type="presParOf" srcId="{699C6F5F-23E8-6C46-81B9-4CD3EAF020C7}" destId="{4D8D1975-22F8-3648-AF69-07BF7E0C9BD6}" srcOrd="2" destOrd="0" presId="urn:microsoft.com/office/officeart/2008/layout/LinedList"/>
    <dgm:cxn modelId="{2C5D5791-4686-564A-A0E9-99CFE75AB13C}" type="presParOf" srcId="{A49A6ACA-9EF1-B04A-B525-20A3B5E107A2}" destId="{82BC0472-5C31-134C-AC89-26A9DE03DE94}" srcOrd="2" destOrd="0" presId="urn:microsoft.com/office/officeart/2008/layout/LinedList"/>
    <dgm:cxn modelId="{C71162AB-B74B-A544-8442-5D3ECBCDD37A}" type="presParOf" srcId="{A49A6ACA-9EF1-B04A-B525-20A3B5E107A2}" destId="{274FE98F-4232-4342-9778-9E97BD905F0A}" srcOrd="3" destOrd="0" presId="urn:microsoft.com/office/officeart/2008/layout/LinedList"/>
    <dgm:cxn modelId="{81A6039D-92BD-0140-B45D-3E5AFC5107AD}" type="presParOf" srcId="{4FBA93B3-CF19-5241-8715-092DD91902D9}" destId="{8563BA7C-FED9-8546-B05B-E85C4DB6017E}" srcOrd="12" destOrd="0" presId="urn:microsoft.com/office/officeart/2008/layout/LinedList"/>
    <dgm:cxn modelId="{044B78A6-B55B-924F-9BB6-C51BCE4DB5E2}" type="presParOf" srcId="{4FBA93B3-CF19-5241-8715-092DD91902D9}" destId="{F0D4732C-66CF-9F45-942F-5DE5238F7DBC}" srcOrd="13" destOrd="0" presId="urn:microsoft.com/office/officeart/2008/layout/LinedList"/>
    <dgm:cxn modelId="{C5B74468-4A58-9849-8CE9-C5DF25A42DF3}" type="presParOf" srcId="{F0D4732C-66CF-9F45-942F-5DE5238F7DBC}" destId="{1530F365-8301-0C49-ADC3-2C49500CE48A}" srcOrd="0" destOrd="0" presId="urn:microsoft.com/office/officeart/2008/layout/LinedList"/>
    <dgm:cxn modelId="{DF7606F2-C5CA-FB49-9438-C92BE16CE8F0}" type="presParOf" srcId="{F0D4732C-66CF-9F45-942F-5DE5238F7DBC}" destId="{87147656-FFD1-E740-B943-BF21A230F14E}" srcOrd="1" destOrd="0" presId="urn:microsoft.com/office/officeart/2008/layout/LinedList"/>
    <dgm:cxn modelId="{95C7941E-3D88-1743-96E8-300A8EFC5BC3}" type="presParOf" srcId="{87147656-FFD1-E740-B943-BF21A230F14E}" destId="{1B04E4B1-F6C2-6142-8CEF-F64C86546297}" srcOrd="0" destOrd="0" presId="urn:microsoft.com/office/officeart/2008/layout/LinedList"/>
    <dgm:cxn modelId="{FF8681B1-F135-A54B-8320-471324F70BD6}" type="presParOf" srcId="{87147656-FFD1-E740-B943-BF21A230F14E}" destId="{4266D689-4A30-0D41-81C0-21EC9171651D}" srcOrd="1" destOrd="0" presId="urn:microsoft.com/office/officeart/2008/layout/LinedList"/>
    <dgm:cxn modelId="{13C48B90-4ADE-C241-926F-BDA7DDF0717A}" type="presParOf" srcId="{4266D689-4A30-0D41-81C0-21EC9171651D}" destId="{45CA404F-1529-764D-9A31-28C917C1837E}" srcOrd="0" destOrd="0" presId="urn:microsoft.com/office/officeart/2008/layout/LinedList"/>
    <dgm:cxn modelId="{681641C4-7001-9740-8E80-BBAA45BD43BA}" type="presParOf" srcId="{4266D689-4A30-0D41-81C0-21EC9171651D}" destId="{57AF8182-BE3C-6247-8783-C6DA36C6EAA9}" srcOrd="1" destOrd="0" presId="urn:microsoft.com/office/officeart/2008/layout/LinedList"/>
    <dgm:cxn modelId="{FA6A91EA-885C-494B-8D18-8D15749CD82F}" type="presParOf" srcId="{4266D689-4A30-0D41-81C0-21EC9171651D}" destId="{1FC53B28-E489-7B47-AD8E-AB758C52E3AC}" srcOrd="2" destOrd="0" presId="urn:microsoft.com/office/officeart/2008/layout/LinedList"/>
    <dgm:cxn modelId="{2BE6099B-7202-CB47-BCCE-2459DD5D5FF5}" type="presParOf" srcId="{87147656-FFD1-E740-B943-BF21A230F14E}" destId="{64CEF5A0-D50C-4C43-84BB-744A6D091184}" srcOrd="2" destOrd="0" presId="urn:microsoft.com/office/officeart/2008/layout/LinedList"/>
    <dgm:cxn modelId="{54A5E1D7-3027-3842-8F63-ED792B66C2C5}" type="presParOf" srcId="{87147656-FFD1-E740-B943-BF21A230F14E}" destId="{ADAB6441-1CA7-5C42-AC21-9B95436FBB3C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64CAD7-FBD1-4A7B-A6B3-78F29AA5515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CCBD6F-73AE-4391-BAE6-61A20638B827}">
      <dgm:prSet/>
      <dgm:spPr/>
      <dgm:t>
        <a:bodyPr/>
        <a:lstStyle/>
        <a:p>
          <a:r>
            <a:rPr lang="en-CA" b="0" i="0"/>
            <a:t>Since there is no bootstrapping, this process is open to overfitting problem as it aims to minimize the in-sample prediction error. </a:t>
          </a:r>
          <a:endParaRPr lang="en-US"/>
        </a:p>
      </dgm:t>
    </dgm:pt>
    <dgm:pt modelId="{29DD11AF-DFCF-4401-8680-9140F2FF81CF}" type="parTrans" cxnId="{E30CF92B-3171-4E95-81FC-70DFEF75C317}">
      <dgm:prSet/>
      <dgm:spPr/>
      <dgm:t>
        <a:bodyPr/>
        <a:lstStyle/>
        <a:p>
          <a:endParaRPr lang="en-US"/>
        </a:p>
      </dgm:t>
    </dgm:pt>
    <dgm:pt modelId="{AFCDB986-4B36-441A-8CFD-37ABF466F69C}" type="sibTrans" cxnId="{E30CF92B-3171-4E95-81FC-70DFEF75C317}">
      <dgm:prSet/>
      <dgm:spPr/>
      <dgm:t>
        <a:bodyPr/>
        <a:lstStyle/>
        <a:p>
          <a:endParaRPr lang="en-US"/>
        </a:p>
      </dgm:t>
    </dgm:pt>
    <dgm:pt modelId="{496402F9-5E26-44D9-A5D1-ABA2FCB73157}">
      <dgm:prSet/>
      <dgm:spPr/>
      <dgm:t>
        <a:bodyPr/>
        <a:lstStyle/>
        <a:p>
          <a:r>
            <a:rPr lang="en-CA" b="0" i="0"/>
            <a:t>Hence, we introduce a </a:t>
          </a:r>
          <a:r>
            <a:rPr lang="en-CA" b="1" i="0"/>
            <a:t>hyperparameter</a:t>
          </a:r>
          <a:r>
            <a:rPr lang="en-CA" b="0" i="0"/>
            <a:t> (learning rate, h) that we can tune the learning process with cross-validation to stop the overfitting and get the best predictive model.</a:t>
          </a:r>
          <a:endParaRPr lang="en-US"/>
        </a:p>
      </dgm:t>
    </dgm:pt>
    <dgm:pt modelId="{D98D4115-EFBD-4849-9E33-DB25427E7FB8}" type="parTrans" cxnId="{71957EDD-963F-4CF8-987D-D01406F6FE97}">
      <dgm:prSet/>
      <dgm:spPr/>
      <dgm:t>
        <a:bodyPr/>
        <a:lstStyle/>
        <a:p>
          <a:endParaRPr lang="en-US"/>
        </a:p>
      </dgm:t>
    </dgm:pt>
    <dgm:pt modelId="{58955025-21F3-42D5-9086-8D4EBBA58EAD}" type="sibTrans" cxnId="{71957EDD-963F-4CF8-987D-D01406F6FE97}">
      <dgm:prSet/>
      <dgm:spPr/>
      <dgm:t>
        <a:bodyPr/>
        <a:lstStyle/>
        <a:p>
          <a:endParaRPr lang="en-US"/>
        </a:p>
      </dgm:t>
    </dgm:pt>
    <dgm:pt modelId="{68EECC63-8C50-214B-975E-D522E002A668}" type="pres">
      <dgm:prSet presAssocID="{6E64CAD7-FBD1-4A7B-A6B3-78F29AA5515A}" presName="linear" presStyleCnt="0">
        <dgm:presLayoutVars>
          <dgm:animLvl val="lvl"/>
          <dgm:resizeHandles val="exact"/>
        </dgm:presLayoutVars>
      </dgm:prSet>
      <dgm:spPr/>
    </dgm:pt>
    <dgm:pt modelId="{B6B9FAE7-9325-0F46-99B7-0F212C7EE59F}" type="pres">
      <dgm:prSet presAssocID="{F8CCBD6F-73AE-4391-BAE6-61A20638B8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246D9AD-57AC-A74D-A9A1-D4DAA6922765}" type="pres">
      <dgm:prSet presAssocID="{AFCDB986-4B36-441A-8CFD-37ABF466F69C}" presName="spacer" presStyleCnt="0"/>
      <dgm:spPr/>
    </dgm:pt>
    <dgm:pt modelId="{E1DBD9E5-8ECC-9342-852C-A6C54227B12D}" type="pres">
      <dgm:prSet presAssocID="{496402F9-5E26-44D9-A5D1-ABA2FCB7315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D14FD0A-F030-9045-A2C1-21BA2A19EA20}" type="presOf" srcId="{F8CCBD6F-73AE-4391-BAE6-61A20638B827}" destId="{B6B9FAE7-9325-0F46-99B7-0F212C7EE59F}" srcOrd="0" destOrd="0" presId="urn:microsoft.com/office/officeart/2005/8/layout/vList2"/>
    <dgm:cxn modelId="{864BE02B-084F-FD44-BE39-295F96FE8348}" type="presOf" srcId="{6E64CAD7-FBD1-4A7B-A6B3-78F29AA5515A}" destId="{68EECC63-8C50-214B-975E-D522E002A668}" srcOrd="0" destOrd="0" presId="urn:microsoft.com/office/officeart/2005/8/layout/vList2"/>
    <dgm:cxn modelId="{E30CF92B-3171-4E95-81FC-70DFEF75C317}" srcId="{6E64CAD7-FBD1-4A7B-A6B3-78F29AA5515A}" destId="{F8CCBD6F-73AE-4391-BAE6-61A20638B827}" srcOrd="0" destOrd="0" parTransId="{29DD11AF-DFCF-4401-8680-9140F2FF81CF}" sibTransId="{AFCDB986-4B36-441A-8CFD-37ABF466F69C}"/>
    <dgm:cxn modelId="{581431DA-0F59-D54E-B0A6-CD071ABFBA24}" type="presOf" srcId="{496402F9-5E26-44D9-A5D1-ABA2FCB73157}" destId="{E1DBD9E5-8ECC-9342-852C-A6C54227B12D}" srcOrd="0" destOrd="0" presId="urn:microsoft.com/office/officeart/2005/8/layout/vList2"/>
    <dgm:cxn modelId="{71957EDD-963F-4CF8-987D-D01406F6FE97}" srcId="{6E64CAD7-FBD1-4A7B-A6B3-78F29AA5515A}" destId="{496402F9-5E26-44D9-A5D1-ABA2FCB73157}" srcOrd="1" destOrd="0" parTransId="{D98D4115-EFBD-4849-9E33-DB25427E7FB8}" sibTransId="{58955025-21F3-42D5-9086-8D4EBBA58EAD}"/>
    <dgm:cxn modelId="{A624F142-B4B6-F04A-837D-151C1E62E68F}" type="presParOf" srcId="{68EECC63-8C50-214B-975E-D522E002A668}" destId="{B6B9FAE7-9325-0F46-99B7-0F212C7EE59F}" srcOrd="0" destOrd="0" presId="urn:microsoft.com/office/officeart/2005/8/layout/vList2"/>
    <dgm:cxn modelId="{494BE1C0-3014-C148-833B-CD96205D54D7}" type="presParOf" srcId="{68EECC63-8C50-214B-975E-D522E002A668}" destId="{5246D9AD-57AC-A74D-A9A1-D4DAA6922765}" srcOrd="1" destOrd="0" presId="urn:microsoft.com/office/officeart/2005/8/layout/vList2"/>
    <dgm:cxn modelId="{3A9B15B9-19FD-854A-8668-55A6EC00510E}" type="presParOf" srcId="{68EECC63-8C50-214B-975E-D522E002A668}" destId="{E1DBD9E5-8ECC-9342-852C-A6C54227B12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656233-9ECA-4DFC-BC89-C5CC1E023A8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6370BB-5CFA-4DA0-99F6-16FAAD100C2B}">
      <dgm:prSet/>
      <dgm:spPr/>
      <dgm:t>
        <a:bodyPr/>
        <a:lstStyle/>
        <a:p>
          <a:r>
            <a:rPr lang="en-US"/>
            <a:t>There is no bootstrapping, trees are sequentially growing </a:t>
          </a:r>
        </a:p>
      </dgm:t>
    </dgm:pt>
    <dgm:pt modelId="{C33463CD-4E63-41EB-8FA0-BEFA9ACE126B}" type="parTrans" cxnId="{A1654A98-29E5-4AC5-8291-CB26DAA24E9A}">
      <dgm:prSet/>
      <dgm:spPr/>
      <dgm:t>
        <a:bodyPr/>
        <a:lstStyle/>
        <a:p>
          <a:endParaRPr lang="en-US"/>
        </a:p>
      </dgm:t>
    </dgm:pt>
    <dgm:pt modelId="{A436D35F-5967-4E0F-B222-F1775D7D93B8}" type="sibTrans" cxnId="{A1654A98-29E5-4AC5-8291-CB26DAA24E9A}">
      <dgm:prSet/>
      <dgm:spPr/>
      <dgm:t>
        <a:bodyPr/>
        <a:lstStyle/>
        <a:p>
          <a:endParaRPr lang="en-US"/>
        </a:p>
      </dgm:t>
    </dgm:pt>
    <dgm:pt modelId="{2AE61D0B-228F-4A7A-817B-F255D7CACEDA}">
      <dgm:prSet/>
      <dgm:spPr/>
      <dgm:t>
        <a:bodyPr/>
        <a:lstStyle/>
        <a:p>
          <a:r>
            <a:rPr lang="en-US"/>
            <a:t>The first tree is fit on the training set and get the yhat and the error</a:t>
          </a:r>
        </a:p>
      </dgm:t>
    </dgm:pt>
    <dgm:pt modelId="{EACAC110-6832-4A38-936E-3C081E8D4497}" type="parTrans" cxnId="{D3443521-2D2C-40E5-B389-7246695C8C44}">
      <dgm:prSet/>
      <dgm:spPr/>
      <dgm:t>
        <a:bodyPr/>
        <a:lstStyle/>
        <a:p>
          <a:endParaRPr lang="en-US"/>
        </a:p>
      </dgm:t>
    </dgm:pt>
    <dgm:pt modelId="{BA699175-B973-4E22-A108-C8660E11972B}" type="sibTrans" cxnId="{D3443521-2D2C-40E5-B389-7246695C8C44}">
      <dgm:prSet/>
      <dgm:spPr/>
      <dgm:t>
        <a:bodyPr/>
        <a:lstStyle/>
        <a:p>
          <a:endParaRPr lang="en-US"/>
        </a:p>
      </dgm:t>
    </dgm:pt>
    <dgm:pt modelId="{C9B10910-42B2-45A7-A791-2811FB836F7E}">
      <dgm:prSet/>
      <dgm:spPr/>
      <dgm:t>
        <a:bodyPr/>
        <a:lstStyle/>
        <a:p>
          <a:r>
            <a:rPr lang="en-US"/>
            <a:t>Then subsequent trees predict “the previous error”.  The predicted error is called “improvement”</a:t>
          </a:r>
        </a:p>
      </dgm:t>
    </dgm:pt>
    <dgm:pt modelId="{769234E1-DB6D-4436-9525-44EDA6532FAB}" type="parTrans" cxnId="{8A923B82-AD2B-4B03-863F-95DC65644F33}">
      <dgm:prSet/>
      <dgm:spPr/>
      <dgm:t>
        <a:bodyPr/>
        <a:lstStyle/>
        <a:p>
          <a:endParaRPr lang="en-US"/>
        </a:p>
      </dgm:t>
    </dgm:pt>
    <dgm:pt modelId="{D925C30C-BBF4-45E7-8FCC-F72E70D75764}" type="sibTrans" cxnId="{8A923B82-AD2B-4B03-863F-95DC65644F33}">
      <dgm:prSet/>
      <dgm:spPr/>
      <dgm:t>
        <a:bodyPr/>
        <a:lstStyle/>
        <a:p>
          <a:endParaRPr lang="en-US"/>
        </a:p>
      </dgm:t>
    </dgm:pt>
    <dgm:pt modelId="{948E5549-90FB-4FAF-BEAE-CA1C6D6279D5}">
      <dgm:prSet/>
      <dgm:spPr/>
      <dgm:t>
        <a:bodyPr/>
        <a:lstStyle/>
        <a:p>
          <a:r>
            <a:rPr lang="en-US"/>
            <a:t>There are two sets of parameters to tune:</a:t>
          </a:r>
        </a:p>
      </dgm:t>
    </dgm:pt>
    <dgm:pt modelId="{1C197682-AFB3-4BC8-85AF-46DD9CA33B26}" type="parTrans" cxnId="{85DD1AE5-F351-49B6-9D05-3198BA64CD94}">
      <dgm:prSet/>
      <dgm:spPr/>
      <dgm:t>
        <a:bodyPr/>
        <a:lstStyle/>
        <a:p>
          <a:endParaRPr lang="en-US"/>
        </a:p>
      </dgm:t>
    </dgm:pt>
    <dgm:pt modelId="{A9496C60-BB4F-41AD-903F-4E918F745755}" type="sibTrans" cxnId="{85DD1AE5-F351-49B6-9D05-3198BA64CD94}">
      <dgm:prSet/>
      <dgm:spPr/>
      <dgm:t>
        <a:bodyPr/>
        <a:lstStyle/>
        <a:p>
          <a:endParaRPr lang="en-US"/>
        </a:p>
      </dgm:t>
    </dgm:pt>
    <dgm:pt modelId="{7E1C683C-006F-4D7E-BE29-7D39809762FE}">
      <dgm:prSet/>
      <dgm:spPr/>
      <dgm:t>
        <a:bodyPr/>
        <a:lstStyle/>
        <a:p>
          <a:r>
            <a:rPr lang="en-US"/>
            <a:t>Boosting parameters </a:t>
          </a:r>
        </a:p>
      </dgm:t>
    </dgm:pt>
    <dgm:pt modelId="{5C04F293-0EDD-454A-9017-7252D0562B6D}" type="parTrans" cxnId="{419A9984-535A-4F6B-9492-B03212094603}">
      <dgm:prSet/>
      <dgm:spPr/>
      <dgm:t>
        <a:bodyPr/>
        <a:lstStyle/>
        <a:p>
          <a:endParaRPr lang="en-US"/>
        </a:p>
      </dgm:t>
    </dgm:pt>
    <dgm:pt modelId="{DD6A0087-6847-424F-AB68-158AC2064335}" type="sibTrans" cxnId="{419A9984-535A-4F6B-9492-B03212094603}">
      <dgm:prSet/>
      <dgm:spPr/>
      <dgm:t>
        <a:bodyPr/>
        <a:lstStyle/>
        <a:p>
          <a:endParaRPr lang="en-US"/>
        </a:p>
      </dgm:t>
    </dgm:pt>
    <dgm:pt modelId="{8B7847E5-5196-4B49-8626-CDD855D2EB2D}">
      <dgm:prSet/>
      <dgm:spPr/>
      <dgm:t>
        <a:bodyPr/>
        <a:lstStyle/>
        <a:p>
          <a:r>
            <a:rPr lang="en-US"/>
            <a:t>Tree parameters</a:t>
          </a:r>
        </a:p>
      </dgm:t>
    </dgm:pt>
    <dgm:pt modelId="{22C83AD5-DABC-4EA6-A7B7-EC9A006497F5}" type="parTrans" cxnId="{0E19010F-ECE6-49F2-8B5B-B98B472FD383}">
      <dgm:prSet/>
      <dgm:spPr/>
      <dgm:t>
        <a:bodyPr/>
        <a:lstStyle/>
        <a:p>
          <a:endParaRPr lang="en-US"/>
        </a:p>
      </dgm:t>
    </dgm:pt>
    <dgm:pt modelId="{FFCE3BE0-15C3-4A6B-927D-391C712B8A59}" type="sibTrans" cxnId="{0E19010F-ECE6-49F2-8B5B-B98B472FD383}">
      <dgm:prSet/>
      <dgm:spPr/>
      <dgm:t>
        <a:bodyPr/>
        <a:lstStyle/>
        <a:p>
          <a:endParaRPr lang="en-US"/>
        </a:p>
      </dgm:t>
    </dgm:pt>
    <dgm:pt modelId="{E006491E-F081-C04E-9FD5-7421B593DE56}" type="pres">
      <dgm:prSet presAssocID="{4C656233-9ECA-4DFC-BC89-C5CC1E023A8B}" presName="Name0" presStyleCnt="0">
        <dgm:presLayoutVars>
          <dgm:dir/>
          <dgm:animLvl val="lvl"/>
          <dgm:resizeHandles val="exact"/>
        </dgm:presLayoutVars>
      </dgm:prSet>
      <dgm:spPr/>
    </dgm:pt>
    <dgm:pt modelId="{9375B46D-4846-6940-B1F1-CEF052FC2FF5}" type="pres">
      <dgm:prSet presAssocID="{8E6370BB-5CFA-4DA0-99F6-16FAAD100C2B}" presName="linNode" presStyleCnt="0"/>
      <dgm:spPr/>
    </dgm:pt>
    <dgm:pt modelId="{C8FE3E69-684D-F144-AAF2-B01C13C6C101}" type="pres">
      <dgm:prSet presAssocID="{8E6370BB-5CFA-4DA0-99F6-16FAAD100C2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F2BEC93E-A826-664C-924E-4F879E62BC9F}" type="pres">
      <dgm:prSet presAssocID="{8E6370BB-5CFA-4DA0-99F6-16FAAD100C2B}" presName="descendantText" presStyleLbl="alignAccFollowNode1" presStyleIdx="0" presStyleCnt="2">
        <dgm:presLayoutVars>
          <dgm:bulletEnabled val="1"/>
        </dgm:presLayoutVars>
      </dgm:prSet>
      <dgm:spPr/>
    </dgm:pt>
    <dgm:pt modelId="{A8DE82BB-B3C2-204A-B624-7D824998C630}" type="pres">
      <dgm:prSet presAssocID="{A436D35F-5967-4E0F-B222-F1775D7D93B8}" presName="sp" presStyleCnt="0"/>
      <dgm:spPr/>
    </dgm:pt>
    <dgm:pt modelId="{D1AE7C68-26D5-584B-95B2-CB46564D02C7}" type="pres">
      <dgm:prSet presAssocID="{948E5549-90FB-4FAF-BEAE-CA1C6D6279D5}" presName="linNode" presStyleCnt="0"/>
      <dgm:spPr/>
    </dgm:pt>
    <dgm:pt modelId="{79504D88-A5B1-574C-AE8D-204FBA124E01}" type="pres">
      <dgm:prSet presAssocID="{948E5549-90FB-4FAF-BEAE-CA1C6D6279D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DA5D0E4-8580-E94B-B5BB-35DB5FFCEA0C}" type="pres">
      <dgm:prSet presAssocID="{948E5549-90FB-4FAF-BEAE-CA1C6D6279D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508E809-884B-CB4C-A276-C2D664BC7943}" type="presOf" srcId="{C9B10910-42B2-45A7-A791-2811FB836F7E}" destId="{F2BEC93E-A826-664C-924E-4F879E62BC9F}" srcOrd="0" destOrd="1" presId="urn:microsoft.com/office/officeart/2005/8/layout/vList5"/>
    <dgm:cxn modelId="{0E19010F-ECE6-49F2-8B5B-B98B472FD383}" srcId="{948E5549-90FB-4FAF-BEAE-CA1C6D6279D5}" destId="{8B7847E5-5196-4B49-8626-CDD855D2EB2D}" srcOrd="1" destOrd="0" parTransId="{22C83AD5-DABC-4EA6-A7B7-EC9A006497F5}" sibTransId="{FFCE3BE0-15C3-4A6B-927D-391C712B8A59}"/>
    <dgm:cxn modelId="{CB358D11-8A63-BF45-869F-503664327503}" type="presOf" srcId="{4C656233-9ECA-4DFC-BC89-C5CC1E023A8B}" destId="{E006491E-F081-C04E-9FD5-7421B593DE56}" srcOrd="0" destOrd="0" presId="urn:microsoft.com/office/officeart/2005/8/layout/vList5"/>
    <dgm:cxn modelId="{D3443521-2D2C-40E5-B389-7246695C8C44}" srcId="{8E6370BB-5CFA-4DA0-99F6-16FAAD100C2B}" destId="{2AE61D0B-228F-4A7A-817B-F255D7CACEDA}" srcOrd="0" destOrd="0" parTransId="{EACAC110-6832-4A38-936E-3C081E8D4497}" sibTransId="{BA699175-B973-4E22-A108-C8660E11972B}"/>
    <dgm:cxn modelId="{7D6AF855-5C2C-F845-89DF-260530125CF7}" type="presOf" srcId="{8B7847E5-5196-4B49-8626-CDD855D2EB2D}" destId="{CDA5D0E4-8580-E94B-B5BB-35DB5FFCEA0C}" srcOrd="0" destOrd="1" presId="urn:microsoft.com/office/officeart/2005/8/layout/vList5"/>
    <dgm:cxn modelId="{8A923B82-AD2B-4B03-863F-95DC65644F33}" srcId="{8E6370BB-5CFA-4DA0-99F6-16FAAD100C2B}" destId="{C9B10910-42B2-45A7-A791-2811FB836F7E}" srcOrd="1" destOrd="0" parTransId="{769234E1-DB6D-4436-9525-44EDA6532FAB}" sibTransId="{D925C30C-BBF4-45E7-8FCC-F72E70D75764}"/>
    <dgm:cxn modelId="{419A9984-535A-4F6B-9492-B03212094603}" srcId="{948E5549-90FB-4FAF-BEAE-CA1C6D6279D5}" destId="{7E1C683C-006F-4D7E-BE29-7D39809762FE}" srcOrd="0" destOrd="0" parTransId="{5C04F293-0EDD-454A-9017-7252D0562B6D}" sibTransId="{DD6A0087-6847-424F-AB68-158AC2064335}"/>
    <dgm:cxn modelId="{34202D8B-286A-634A-ADA9-19D478E75063}" type="presOf" srcId="{2AE61D0B-228F-4A7A-817B-F255D7CACEDA}" destId="{F2BEC93E-A826-664C-924E-4F879E62BC9F}" srcOrd="0" destOrd="0" presId="urn:microsoft.com/office/officeart/2005/8/layout/vList5"/>
    <dgm:cxn modelId="{79CF7B93-6257-9448-A98C-F006B0466540}" type="presOf" srcId="{8E6370BB-5CFA-4DA0-99F6-16FAAD100C2B}" destId="{C8FE3E69-684D-F144-AAF2-B01C13C6C101}" srcOrd="0" destOrd="0" presId="urn:microsoft.com/office/officeart/2005/8/layout/vList5"/>
    <dgm:cxn modelId="{A1654A98-29E5-4AC5-8291-CB26DAA24E9A}" srcId="{4C656233-9ECA-4DFC-BC89-C5CC1E023A8B}" destId="{8E6370BB-5CFA-4DA0-99F6-16FAAD100C2B}" srcOrd="0" destOrd="0" parTransId="{C33463CD-4E63-41EB-8FA0-BEFA9ACE126B}" sibTransId="{A436D35F-5967-4E0F-B222-F1775D7D93B8}"/>
    <dgm:cxn modelId="{EE466EAF-F6A3-A740-9438-A5C1FE0084E1}" type="presOf" srcId="{7E1C683C-006F-4D7E-BE29-7D39809762FE}" destId="{CDA5D0E4-8580-E94B-B5BB-35DB5FFCEA0C}" srcOrd="0" destOrd="0" presId="urn:microsoft.com/office/officeart/2005/8/layout/vList5"/>
    <dgm:cxn modelId="{2F0867CB-9FCD-924A-939D-7A4D8276BA20}" type="presOf" srcId="{948E5549-90FB-4FAF-BEAE-CA1C6D6279D5}" destId="{79504D88-A5B1-574C-AE8D-204FBA124E01}" srcOrd="0" destOrd="0" presId="urn:microsoft.com/office/officeart/2005/8/layout/vList5"/>
    <dgm:cxn modelId="{85DD1AE5-F351-49B6-9D05-3198BA64CD94}" srcId="{4C656233-9ECA-4DFC-BC89-C5CC1E023A8B}" destId="{948E5549-90FB-4FAF-BEAE-CA1C6D6279D5}" srcOrd="1" destOrd="0" parTransId="{1C197682-AFB3-4BC8-85AF-46DD9CA33B26}" sibTransId="{A9496C60-BB4F-41AD-903F-4E918F745755}"/>
    <dgm:cxn modelId="{5AAD223D-D2F7-944C-9AAF-EA5115422734}" type="presParOf" srcId="{E006491E-F081-C04E-9FD5-7421B593DE56}" destId="{9375B46D-4846-6940-B1F1-CEF052FC2FF5}" srcOrd="0" destOrd="0" presId="urn:microsoft.com/office/officeart/2005/8/layout/vList5"/>
    <dgm:cxn modelId="{40771A59-58B7-5543-A4DD-577ABE71B217}" type="presParOf" srcId="{9375B46D-4846-6940-B1F1-CEF052FC2FF5}" destId="{C8FE3E69-684D-F144-AAF2-B01C13C6C101}" srcOrd="0" destOrd="0" presId="urn:microsoft.com/office/officeart/2005/8/layout/vList5"/>
    <dgm:cxn modelId="{67F06C94-A410-B44A-A84D-1ADB8E64A8E0}" type="presParOf" srcId="{9375B46D-4846-6940-B1F1-CEF052FC2FF5}" destId="{F2BEC93E-A826-664C-924E-4F879E62BC9F}" srcOrd="1" destOrd="0" presId="urn:microsoft.com/office/officeart/2005/8/layout/vList5"/>
    <dgm:cxn modelId="{D37C51A4-54DD-E44A-9698-2EB77AE57764}" type="presParOf" srcId="{E006491E-F081-C04E-9FD5-7421B593DE56}" destId="{A8DE82BB-B3C2-204A-B624-7D824998C630}" srcOrd="1" destOrd="0" presId="urn:microsoft.com/office/officeart/2005/8/layout/vList5"/>
    <dgm:cxn modelId="{348D5823-E050-9A49-B103-9EB151FB630D}" type="presParOf" srcId="{E006491E-F081-C04E-9FD5-7421B593DE56}" destId="{D1AE7C68-26D5-584B-95B2-CB46564D02C7}" srcOrd="2" destOrd="0" presId="urn:microsoft.com/office/officeart/2005/8/layout/vList5"/>
    <dgm:cxn modelId="{73EC262B-1EEF-5A4E-8499-58BDD3FBA434}" type="presParOf" srcId="{D1AE7C68-26D5-584B-95B2-CB46564D02C7}" destId="{79504D88-A5B1-574C-AE8D-204FBA124E01}" srcOrd="0" destOrd="0" presId="urn:microsoft.com/office/officeart/2005/8/layout/vList5"/>
    <dgm:cxn modelId="{522964BE-FD53-DD4D-9126-5020C477FA0E}" type="presParOf" srcId="{D1AE7C68-26D5-584B-95B2-CB46564D02C7}" destId="{CDA5D0E4-8580-E94B-B5BB-35DB5FFCEA0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CDBD5C-3E5F-48B2-AE12-E09AAF863E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C29F66-AA1C-4192-9100-ABA467618F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bag.fraction</a:t>
          </a:r>
          <a:r>
            <a:rPr lang="en-US"/>
            <a:t> = 1, </a:t>
          </a:r>
          <a:r>
            <a:rPr lang="en-US" dirty="0" err="1"/>
            <a:t>train.fraction</a:t>
          </a:r>
          <a:r>
            <a:rPr lang="en-US" dirty="0"/>
            <a:t> = NULL, </a:t>
          </a:r>
          <a:r>
            <a:rPr lang="en-US" dirty="0" err="1"/>
            <a:t>cv.fold</a:t>
          </a:r>
          <a:r>
            <a:rPr lang="en-US" dirty="0"/>
            <a:t> = 0</a:t>
          </a:r>
        </a:p>
      </dgm:t>
    </dgm:pt>
    <dgm:pt modelId="{D85E4337-8205-46D2-86EC-271D1812EB76}" type="parTrans" cxnId="{47F2ED47-C73F-4C8B-B37A-AFD5E1406C38}">
      <dgm:prSet/>
      <dgm:spPr/>
      <dgm:t>
        <a:bodyPr/>
        <a:lstStyle/>
        <a:p>
          <a:endParaRPr lang="en-US"/>
        </a:p>
      </dgm:t>
    </dgm:pt>
    <dgm:pt modelId="{24473D6D-C553-4B02-944F-5F4E3ECC28B3}" type="sibTrans" cxnId="{47F2ED47-C73F-4C8B-B37A-AFD5E1406C38}">
      <dgm:prSet/>
      <dgm:spPr/>
      <dgm:t>
        <a:bodyPr/>
        <a:lstStyle/>
        <a:p>
          <a:endParaRPr lang="en-US"/>
        </a:p>
      </dgm:t>
    </dgm:pt>
    <dgm:pt modelId="{04E4C0B9-E32B-40AD-A7D1-5216266E01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boostraping with grid search</a:t>
          </a:r>
        </a:p>
      </dgm:t>
    </dgm:pt>
    <dgm:pt modelId="{46C80587-1452-4347-B247-64B220EEF49F}" type="parTrans" cxnId="{CF1E0A03-EDC8-4A7C-882C-C709A169A376}">
      <dgm:prSet/>
      <dgm:spPr/>
      <dgm:t>
        <a:bodyPr/>
        <a:lstStyle/>
        <a:p>
          <a:endParaRPr lang="en-US"/>
        </a:p>
      </dgm:t>
    </dgm:pt>
    <dgm:pt modelId="{16720B85-9703-419A-AE04-C5127EAA573D}" type="sibTrans" cxnId="{CF1E0A03-EDC8-4A7C-882C-C709A169A376}">
      <dgm:prSet/>
      <dgm:spPr/>
      <dgm:t>
        <a:bodyPr/>
        <a:lstStyle/>
        <a:p>
          <a:endParaRPr lang="en-US"/>
        </a:p>
      </dgm:t>
    </dgm:pt>
    <dgm:pt modelId="{AD523930-4B85-461A-979E-02C166410A64}" type="pres">
      <dgm:prSet presAssocID="{16CDBD5C-3E5F-48B2-AE12-E09AAF863EE2}" presName="root" presStyleCnt="0">
        <dgm:presLayoutVars>
          <dgm:dir/>
          <dgm:resizeHandles val="exact"/>
        </dgm:presLayoutVars>
      </dgm:prSet>
      <dgm:spPr/>
    </dgm:pt>
    <dgm:pt modelId="{BE0EC73C-BAF3-4FB8-8EC7-675C9ED80D1E}" type="pres">
      <dgm:prSet presAssocID="{14C29F66-AA1C-4192-9100-ABA467618FF5}" presName="compNode" presStyleCnt="0"/>
      <dgm:spPr/>
    </dgm:pt>
    <dgm:pt modelId="{42331DD8-03C7-4DB1-9EF3-3DF96126E59B}" type="pres">
      <dgm:prSet presAssocID="{14C29F66-AA1C-4192-9100-ABA467618FF5}" presName="bgRect" presStyleLbl="bgShp" presStyleIdx="0" presStyleCnt="2"/>
      <dgm:spPr/>
    </dgm:pt>
    <dgm:pt modelId="{3DA370FD-6EDD-4FD1-A117-0CE4A7BCEE04}" type="pres">
      <dgm:prSet presAssocID="{14C29F66-AA1C-4192-9100-ABA467618FF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D8F54C97-C565-418A-9DE4-477615A1587C}" type="pres">
      <dgm:prSet presAssocID="{14C29F66-AA1C-4192-9100-ABA467618FF5}" presName="spaceRect" presStyleCnt="0"/>
      <dgm:spPr/>
    </dgm:pt>
    <dgm:pt modelId="{2DC48EC9-66F2-4EE8-8D6E-AF26733F957A}" type="pres">
      <dgm:prSet presAssocID="{14C29F66-AA1C-4192-9100-ABA467618FF5}" presName="parTx" presStyleLbl="revTx" presStyleIdx="0" presStyleCnt="2">
        <dgm:presLayoutVars>
          <dgm:chMax val="0"/>
          <dgm:chPref val="0"/>
        </dgm:presLayoutVars>
      </dgm:prSet>
      <dgm:spPr/>
    </dgm:pt>
    <dgm:pt modelId="{786E423A-DE10-47DE-908A-836D89BD9BCA}" type="pres">
      <dgm:prSet presAssocID="{24473D6D-C553-4B02-944F-5F4E3ECC28B3}" presName="sibTrans" presStyleCnt="0"/>
      <dgm:spPr/>
    </dgm:pt>
    <dgm:pt modelId="{ADCAA190-49C0-43C2-BD65-22F74B371FEC}" type="pres">
      <dgm:prSet presAssocID="{04E4C0B9-E32B-40AD-A7D1-5216266E01B2}" presName="compNode" presStyleCnt="0"/>
      <dgm:spPr/>
    </dgm:pt>
    <dgm:pt modelId="{772FEE44-0FEF-4751-AA45-41240F437F3B}" type="pres">
      <dgm:prSet presAssocID="{04E4C0B9-E32B-40AD-A7D1-5216266E01B2}" presName="bgRect" presStyleLbl="bgShp" presStyleIdx="1" presStyleCnt="2"/>
      <dgm:spPr/>
    </dgm:pt>
    <dgm:pt modelId="{E0A059E7-521C-4A72-B701-FBADDAFC4A5D}" type="pres">
      <dgm:prSet presAssocID="{04E4C0B9-E32B-40AD-A7D1-5216266E01B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B88CE1E-9911-421C-AF92-C1C7A9809AFB}" type="pres">
      <dgm:prSet presAssocID="{04E4C0B9-E32B-40AD-A7D1-5216266E01B2}" presName="spaceRect" presStyleCnt="0"/>
      <dgm:spPr/>
    </dgm:pt>
    <dgm:pt modelId="{75B0FEE3-244D-412E-AF2B-E2B5EC5469C5}" type="pres">
      <dgm:prSet presAssocID="{04E4C0B9-E32B-40AD-A7D1-5216266E01B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1E0A03-EDC8-4A7C-882C-C709A169A376}" srcId="{16CDBD5C-3E5F-48B2-AE12-E09AAF863EE2}" destId="{04E4C0B9-E32B-40AD-A7D1-5216266E01B2}" srcOrd="1" destOrd="0" parTransId="{46C80587-1452-4347-B247-64B220EEF49F}" sibTransId="{16720B85-9703-419A-AE04-C5127EAA573D}"/>
    <dgm:cxn modelId="{C4B9BC31-1AC6-426D-B282-79F1789BB4CF}" type="presOf" srcId="{14C29F66-AA1C-4192-9100-ABA467618FF5}" destId="{2DC48EC9-66F2-4EE8-8D6E-AF26733F957A}" srcOrd="0" destOrd="0" presId="urn:microsoft.com/office/officeart/2018/2/layout/IconVerticalSolidList"/>
    <dgm:cxn modelId="{47F2ED47-C73F-4C8B-B37A-AFD5E1406C38}" srcId="{16CDBD5C-3E5F-48B2-AE12-E09AAF863EE2}" destId="{14C29F66-AA1C-4192-9100-ABA467618FF5}" srcOrd="0" destOrd="0" parTransId="{D85E4337-8205-46D2-86EC-271D1812EB76}" sibTransId="{24473D6D-C553-4B02-944F-5F4E3ECC28B3}"/>
    <dgm:cxn modelId="{A185E9C7-6A25-463F-B886-02E612CD5318}" type="presOf" srcId="{16CDBD5C-3E5F-48B2-AE12-E09AAF863EE2}" destId="{AD523930-4B85-461A-979E-02C166410A64}" srcOrd="0" destOrd="0" presId="urn:microsoft.com/office/officeart/2018/2/layout/IconVerticalSolidList"/>
    <dgm:cxn modelId="{852CFCEF-D125-4BF5-9F9F-0BB7984AF0B6}" type="presOf" srcId="{04E4C0B9-E32B-40AD-A7D1-5216266E01B2}" destId="{75B0FEE3-244D-412E-AF2B-E2B5EC5469C5}" srcOrd="0" destOrd="0" presId="urn:microsoft.com/office/officeart/2018/2/layout/IconVerticalSolidList"/>
    <dgm:cxn modelId="{D47F6F2F-2050-4016-8A45-D5A6557A600C}" type="presParOf" srcId="{AD523930-4B85-461A-979E-02C166410A64}" destId="{BE0EC73C-BAF3-4FB8-8EC7-675C9ED80D1E}" srcOrd="0" destOrd="0" presId="urn:microsoft.com/office/officeart/2018/2/layout/IconVerticalSolidList"/>
    <dgm:cxn modelId="{E02FB766-D757-43BD-A700-59CECF350B3D}" type="presParOf" srcId="{BE0EC73C-BAF3-4FB8-8EC7-675C9ED80D1E}" destId="{42331DD8-03C7-4DB1-9EF3-3DF96126E59B}" srcOrd="0" destOrd="0" presId="urn:microsoft.com/office/officeart/2018/2/layout/IconVerticalSolidList"/>
    <dgm:cxn modelId="{955579AE-87A6-4F09-8600-9E16DD769AF1}" type="presParOf" srcId="{BE0EC73C-BAF3-4FB8-8EC7-675C9ED80D1E}" destId="{3DA370FD-6EDD-4FD1-A117-0CE4A7BCEE04}" srcOrd="1" destOrd="0" presId="urn:microsoft.com/office/officeart/2018/2/layout/IconVerticalSolidList"/>
    <dgm:cxn modelId="{CCECE707-7185-474C-BEB1-1AFB81A50E9A}" type="presParOf" srcId="{BE0EC73C-BAF3-4FB8-8EC7-675C9ED80D1E}" destId="{D8F54C97-C565-418A-9DE4-477615A1587C}" srcOrd="2" destOrd="0" presId="urn:microsoft.com/office/officeart/2018/2/layout/IconVerticalSolidList"/>
    <dgm:cxn modelId="{7C3BF89C-8DB3-40B2-82B5-CD6CD980CAB6}" type="presParOf" srcId="{BE0EC73C-BAF3-4FB8-8EC7-675C9ED80D1E}" destId="{2DC48EC9-66F2-4EE8-8D6E-AF26733F957A}" srcOrd="3" destOrd="0" presId="urn:microsoft.com/office/officeart/2018/2/layout/IconVerticalSolidList"/>
    <dgm:cxn modelId="{E5CA9CD1-D2FB-4909-B868-B7EA3DF743C6}" type="presParOf" srcId="{AD523930-4B85-461A-979E-02C166410A64}" destId="{786E423A-DE10-47DE-908A-836D89BD9BCA}" srcOrd="1" destOrd="0" presId="urn:microsoft.com/office/officeart/2018/2/layout/IconVerticalSolidList"/>
    <dgm:cxn modelId="{33F6CBF1-CDDD-49A3-BDB0-48DCB4D4CDE7}" type="presParOf" srcId="{AD523930-4B85-461A-979E-02C166410A64}" destId="{ADCAA190-49C0-43C2-BD65-22F74B371FEC}" srcOrd="2" destOrd="0" presId="urn:microsoft.com/office/officeart/2018/2/layout/IconVerticalSolidList"/>
    <dgm:cxn modelId="{E49F8FBE-AB53-4785-9601-FA365B6824D3}" type="presParOf" srcId="{ADCAA190-49C0-43C2-BD65-22F74B371FEC}" destId="{772FEE44-0FEF-4751-AA45-41240F437F3B}" srcOrd="0" destOrd="0" presId="urn:microsoft.com/office/officeart/2018/2/layout/IconVerticalSolidList"/>
    <dgm:cxn modelId="{3A6B4739-F2C4-4913-ADD0-5D0734DB82BE}" type="presParOf" srcId="{ADCAA190-49C0-43C2-BD65-22F74B371FEC}" destId="{E0A059E7-521C-4A72-B701-FBADDAFC4A5D}" srcOrd="1" destOrd="0" presId="urn:microsoft.com/office/officeart/2018/2/layout/IconVerticalSolidList"/>
    <dgm:cxn modelId="{A6EB69B1-C61A-4058-9D0A-77D83CBC5B85}" type="presParOf" srcId="{ADCAA190-49C0-43C2-BD65-22F74B371FEC}" destId="{6B88CE1E-9911-421C-AF92-C1C7A9809AFB}" srcOrd="2" destOrd="0" presId="urn:microsoft.com/office/officeart/2018/2/layout/IconVerticalSolidList"/>
    <dgm:cxn modelId="{50FDA523-16A7-4C53-9378-6E88D8ADE304}" type="presParOf" srcId="{ADCAA190-49C0-43C2-BD65-22F74B371FEC}" destId="{75B0FEE3-244D-412E-AF2B-E2B5EC5469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FA2BC-7F95-7746-84FC-9B4AE3021535}">
      <dsp:nvSpPr>
        <dsp:cNvPr id="0" name=""/>
        <dsp:cNvSpPr/>
      </dsp:nvSpPr>
      <dsp:spPr>
        <a:xfrm>
          <a:off x="0" y="553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610BF-F8AA-2B47-BFB8-71BAA3F5E01A}">
      <dsp:nvSpPr>
        <dsp:cNvPr id="0" name=""/>
        <dsp:cNvSpPr/>
      </dsp:nvSpPr>
      <dsp:spPr>
        <a:xfrm>
          <a:off x="0" y="553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F0000"/>
              </a:solidFill>
            </a:rPr>
            <a:t>Tree1</a:t>
          </a:r>
        </a:p>
      </dsp:txBody>
      <dsp:txXfrm>
        <a:off x="0" y="553"/>
        <a:ext cx="2048256" cy="647134"/>
      </dsp:txXfrm>
    </dsp:sp>
    <dsp:sp modelId="{4C18D17D-6ECC-9B4C-8B27-3260C9A53034}">
      <dsp:nvSpPr>
        <dsp:cNvPr id="0" name=""/>
        <dsp:cNvSpPr/>
      </dsp:nvSpPr>
      <dsp:spPr>
        <a:xfrm>
          <a:off x="2201875" y="29939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Start with an initial shallow tree (Tree 1)</a:t>
          </a:r>
        </a:p>
      </dsp:txBody>
      <dsp:txXfrm>
        <a:off x="2201875" y="29939"/>
        <a:ext cx="8039404" cy="587730"/>
      </dsp:txXfrm>
    </dsp:sp>
    <dsp:sp modelId="{40415BEE-03E3-8145-9BE2-6B90E5AB086D}">
      <dsp:nvSpPr>
        <dsp:cNvPr id="0" name=""/>
        <dsp:cNvSpPr/>
      </dsp:nvSpPr>
      <dsp:spPr>
        <a:xfrm>
          <a:off x="2048256" y="617669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EEDC4-E8C3-8C42-9A47-F4F959564FE0}">
      <dsp:nvSpPr>
        <dsp:cNvPr id="0" name=""/>
        <dsp:cNvSpPr/>
      </dsp:nvSpPr>
      <dsp:spPr>
        <a:xfrm>
          <a:off x="0" y="647688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7F199-17CE-6346-B5C1-194ED04B0D28}">
      <dsp:nvSpPr>
        <dsp:cNvPr id="0" name=""/>
        <dsp:cNvSpPr/>
      </dsp:nvSpPr>
      <dsp:spPr>
        <a:xfrm>
          <a:off x="0" y="647688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yhat</a:t>
          </a:r>
          <a:endParaRPr lang="en-US" sz="3000" kern="1200" dirty="0"/>
        </a:p>
      </dsp:txBody>
      <dsp:txXfrm>
        <a:off x="0" y="647688"/>
        <a:ext cx="2048256" cy="647134"/>
      </dsp:txXfrm>
    </dsp:sp>
    <dsp:sp modelId="{4BC069C3-D493-A346-8AE9-2ED80043F709}">
      <dsp:nvSpPr>
        <dsp:cNvPr id="0" name=""/>
        <dsp:cNvSpPr/>
      </dsp:nvSpPr>
      <dsp:spPr>
        <a:xfrm>
          <a:off x="2201875" y="677074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Get the predictions (</a:t>
          </a:r>
          <a:r>
            <a:rPr lang="en-US" sz="1600" kern="1200" dirty="0" err="1"/>
            <a:t>yhat</a:t>
          </a:r>
          <a:r>
            <a:rPr lang="en-US" sz="1600" kern="1200" dirty="0"/>
            <a:t>).  Store it (h * </a:t>
          </a:r>
          <a:r>
            <a:rPr lang="en-US" sz="1600" kern="1200" dirty="0" err="1"/>
            <a:t>yhat</a:t>
          </a:r>
          <a:r>
            <a:rPr lang="en-US" sz="1600" kern="1200" dirty="0"/>
            <a:t>)</a:t>
          </a:r>
        </a:p>
      </dsp:txBody>
      <dsp:txXfrm>
        <a:off x="2201875" y="677074"/>
        <a:ext cx="8039404" cy="587730"/>
      </dsp:txXfrm>
    </dsp:sp>
    <dsp:sp modelId="{E78B565F-D77B-2E4C-BACB-432B9597A08A}">
      <dsp:nvSpPr>
        <dsp:cNvPr id="0" name=""/>
        <dsp:cNvSpPr/>
      </dsp:nvSpPr>
      <dsp:spPr>
        <a:xfrm>
          <a:off x="2048256" y="1264804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2B23F-272E-BF42-A149-EB3B89B67AA6}">
      <dsp:nvSpPr>
        <dsp:cNvPr id="0" name=""/>
        <dsp:cNvSpPr/>
      </dsp:nvSpPr>
      <dsp:spPr>
        <a:xfrm>
          <a:off x="0" y="1294823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83881-E0C4-854A-A8AB-12D047B77734}">
      <dsp:nvSpPr>
        <dsp:cNvPr id="0" name=""/>
        <dsp:cNvSpPr/>
      </dsp:nvSpPr>
      <dsp:spPr>
        <a:xfrm>
          <a:off x="0" y="1294823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F0000"/>
              </a:solidFill>
            </a:rPr>
            <a:t>Tree2</a:t>
          </a:r>
        </a:p>
      </dsp:txBody>
      <dsp:txXfrm>
        <a:off x="0" y="1294823"/>
        <a:ext cx="2048256" cy="647134"/>
      </dsp:txXfrm>
    </dsp:sp>
    <dsp:sp modelId="{0BEAC0B3-4A63-0647-8DF1-DFB3B6D90B2E}">
      <dsp:nvSpPr>
        <dsp:cNvPr id="0" name=""/>
        <dsp:cNvSpPr/>
      </dsp:nvSpPr>
      <dsp:spPr>
        <a:xfrm>
          <a:off x="2201875" y="1324209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Fit Tree 2 on </a:t>
          </a:r>
          <a:r>
            <a:rPr lang="en-US" sz="1600" b="1" u="sng" kern="1200" dirty="0">
              <a:solidFill>
                <a:srgbClr val="FF0000"/>
              </a:solidFill>
            </a:rPr>
            <a:t>prediction errors obtained from Tree1</a:t>
          </a:r>
          <a:r>
            <a:rPr lang="en-US" sz="1600" kern="1200" dirty="0"/>
            <a:t>.  Use the same predictors (x)</a:t>
          </a:r>
        </a:p>
      </dsp:txBody>
      <dsp:txXfrm>
        <a:off x="2201875" y="1324209"/>
        <a:ext cx="8039404" cy="587730"/>
      </dsp:txXfrm>
    </dsp:sp>
    <dsp:sp modelId="{0607FB65-FF68-C34E-981C-9ADF7A512144}">
      <dsp:nvSpPr>
        <dsp:cNvPr id="0" name=""/>
        <dsp:cNvSpPr/>
      </dsp:nvSpPr>
      <dsp:spPr>
        <a:xfrm>
          <a:off x="2048256" y="1911939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63088-7CC3-C043-9B90-BB7CEE45AEF6}">
      <dsp:nvSpPr>
        <dsp:cNvPr id="0" name=""/>
        <dsp:cNvSpPr/>
      </dsp:nvSpPr>
      <dsp:spPr>
        <a:xfrm>
          <a:off x="0" y="1941958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F1FC0-5B38-7A49-8CC2-EC98965984A3}">
      <dsp:nvSpPr>
        <dsp:cNvPr id="0" name=""/>
        <dsp:cNvSpPr/>
      </dsp:nvSpPr>
      <dsp:spPr>
        <a:xfrm>
          <a:off x="0" y="1941958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ehat1</a:t>
          </a:r>
        </a:p>
      </dsp:txBody>
      <dsp:txXfrm>
        <a:off x="0" y="1941958"/>
        <a:ext cx="2048256" cy="647134"/>
      </dsp:txXfrm>
    </dsp:sp>
    <dsp:sp modelId="{17210FC9-9D22-604F-8C15-2D80C94FC082}">
      <dsp:nvSpPr>
        <dsp:cNvPr id="0" name=""/>
        <dsp:cNvSpPr/>
      </dsp:nvSpPr>
      <dsp:spPr>
        <a:xfrm>
          <a:off x="2201875" y="1971344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Get the predicted errors and store them (h * ehat1)</a:t>
          </a:r>
        </a:p>
      </dsp:txBody>
      <dsp:txXfrm>
        <a:off x="2201875" y="1971344"/>
        <a:ext cx="8039404" cy="587730"/>
      </dsp:txXfrm>
    </dsp:sp>
    <dsp:sp modelId="{E5BC24B7-9981-B442-B8F9-B044837DF1F1}">
      <dsp:nvSpPr>
        <dsp:cNvPr id="0" name=""/>
        <dsp:cNvSpPr/>
      </dsp:nvSpPr>
      <dsp:spPr>
        <a:xfrm>
          <a:off x="2048256" y="2559074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7C3CA-72F2-7442-AD8D-3E41EEF9317A}">
      <dsp:nvSpPr>
        <dsp:cNvPr id="0" name=""/>
        <dsp:cNvSpPr/>
      </dsp:nvSpPr>
      <dsp:spPr>
        <a:xfrm>
          <a:off x="0" y="2589092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386B0-FA6C-9D41-ACBF-7DFC9B86D3F3}">
      <dsp:nvSpPr>
        <dsp:cNvPr id="0" name=""/>
        <dsp:cNvSpPr/>
      </dsp:nvSpPr>
      <dsp:spPr>
        <a:xfrm>
          <a:off x="0" y="2589092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FF0000"/>
              </a:solidFill>
            </a:rPr>
            <a:t>Tree 3</a:t>
          </a:r>
        </a:p>
      </dsp:txBody>
      <dsp:txXfrm>
        <a:off x="0" y="2589092"/>
        <a:ext cx="2048256" cy="647134"/>
      </dsp:txXfrm>
    </dsp:sp>
    <dsp:sp modelId="{245B1031-27F1-DC48-BA03-882AB193CC0C}">
      <dsp:nvSpPr>
        <dsp:cNvPr id="0" name=""/>
        <dsp:cNvSpPr/>
      </dsp:nvSpPr>
      <dsp:spPr>
        <a:xfrm>
          <a:off x="2201875" y="2618479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Fit Tree 3 on prediction errors obtained from Tree2.  Use the same predictors (x)</a:t>
          </a:r>
        </a:p>
      </dsp:txBody>
      <dsp:txXfrm>
        <a:off x="2201875" y="2618479"/>
        <a:ext cx="8039404" cy="587730"/>
      </dsp:txXfrm>
    </dsp:sp>
    <dsp:sp modelId="{DFE0D367-E280-EF4C-AC56-604EE5D9F99D}">
      <dsp:nvSpPr>
        <dsp:cNvPr id="0" name=""/>
        <dsp:cNvSpPr/>
      </dsp:nvSpPr>
      <dsp:spPr>
        <a:xfrm>
          <a:off x="2048256" y="3206209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330B0-9D99-A449-B78B-21080DA4F600}">
      <dsp:nvSpPr>
        <dsp:cNvPr id="0" name=""/>
        <dsp:cNvSpPr/>
      </dsp:nvSpPr>
      <dsp:spPr>
        <a:xfrm>
          <a:off x="0" y="3236227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7C52B-C0AD-404D-8723-CA6CB2B10004}">
      <dsp:nvSpPr>
        <dsp:cNvPr id="0" name=""/>
        <dsp:cNvSpPr/>
      </dsp:nvSpPr>
      <dsp:spPr>
        <a:xfrm>
          <a:off x="0" y="3236227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ehat2</a:t>
          </a:r>
        </a:p>
      </dsp:txBody>
      <dsp:txXfrm>
        <a:off x="0" y="3236227"/>
        <a:ext cx="2048256" cy="647134"/>
      </dsp:txXfrm>
    </dsp:sp>
    <dsp:sp modelId="{FF230110-EDF4-704D-B1BB-5BC50AC082A4}">
      <dsp:nvSpPr>
        <dsp:cNvPr id="0" name=""/>
        <dsp:cNvSpPr/>
      </dsp:nvSpPr>
      <dsp:spPr>
        <a:xfrm>
          <a:off x="2201875" y="3265614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Get the predicted errors and store them (h * ehat2)</a:t>
          </a:r>
        </a:p>
      </dsp:txBody>
      <dsp:txXfrm>
        <a:off x="2201875" y="3265614"/>
        <a:ext cx="8039404" cy="587730"/>
      </dsp:txXfrm>
    </dsp:sp>
    <dsp:sp modelId="{82BC0472-5C31-134C-AC89-26A9DE03DE94}">
      <dsp:nvSpPr>
        <dsp:cNvPr id="0" name=""/>
        <dsp:cNvSpPr/>
      </dsp:nvSpPr>
      <dsp:spPr>
        <a:xfrm>
          <a:off x="2048256" y="3853344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3BA7C-FED9-8546-B05B-E85C4DB6017E}">
      <dsp:nvSpPr>
        <dsp:cNvPr id="0" name=""/>
        <dsp:cNvSpPr/>
      </dsp:nvSpPr>
      <dsp:spPr>
        <a:xfrm>
          <a:off x="0" y="3883362"/>
          <a:ext cx="10241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0F365-8301-0C49-ADC3-2C49500CE48A}">
      <dsp:nvSpPr>
        <dsp:cNvPr id="0" name=""/>
        <dsp:cNvSpPr/>
      </dsp:nvSpPr>
      <dsp:spPr>
        <a:xfrm>
          <a:off x="0" y="3883362"/>
          <a:ext cx="2048256" cy="647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Repeat</a:t>
          </a:r>
        </a:p>
      </dsp:txBody>
      <dsp:txXfrm>
        <a:off x="0" y="3883362"/>
        <a:ext cx="2048256" cy="647134"/>
      </dsp:txXfrm>
    </dsp:sp>
    <dsp:sp modelId="{57AF8182-BE3C-6247-8783-C6DA36C6EAA9}">
      <dsp:nvSpPr>
        <dsp:cNvPr id="0" name=""/>
        <dsp:cNvSpPr/>
      </dsp:nvSpPr>
      <dsp:spPr>
        <a:xfrm>
          <a:off x="2201875" y="3912749"/>
          <a:ext cx="8039404" cy="587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Repeat this until Tree 100,  and get 101 column matrix</a:t>
          </a:r>
        </a:p>
      </dsp:txBody>
      <dsp:txXfrm>
        <a:off x="2201875" y="3912749"/>
        <a:ext cx="8039404" cy="587730"/>
      </dsp:txXfrm>
    </dsp:sp>
    <dsp:sp modelId="{64CEF5A0-D50C-4C43-84BB-744A6D091184}">
      <dsp:nvSpPr>
        <dsp:cNvPr id="0" name=""/>
        <dsp:cNvSpPr/>
      </dsp:nvSpPr>
      <dsp:spPr>
        <a:xfrm>
          <a:off x="2048256" y="4500479"/>
          <a:ext cx="81930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9FAE7-9325-0F46-99B7-0F212C7EE59F}">
      <dsp:nvSpPr>
        <dsp:cNvPr id="0" name=""/>
        <dsp:cNvSpPr/>
      </dsp:nvSpPr>
      <dsp:spPr>
        <a:xfrm>
          <a:off x="0" y="346945"/>
          <a:ext cx="6177516" cy="20533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0" i="0" kern="1200"/>
            <a:t>Since there is no bootstrapping, this process is open to overfitting problem as it aims to minimize the in-sample prediction error. </a:t>
          </a:r>
          <a:endParaRPr lang="en-US" sz="2400" kern="1200"/>
        </a:p>
      </dsp:txBody>
      <dsp:txXfrm>
        <a:off x="100236" y="447181"/>
        <a:ext cx="5977044" cy="1852877"/>
      </dsp:txXfrm>
    </dsp:sp>
    <dsp:sp modelId="{E1DBD9E5-8ECC-9342-852C-A6C54227B12D}">
      <dsp:nvSpPr>
        <dsp:cNvPr id="0" name=""/>
        <dsp:cNvSpPr/>
      </dsp:nvSpPr>
      <dsp:spPr>
        <a:xfrm>
          <a:off x="0" y="2469415"/>
          <a:ext cx="6177516" cy="2053349"/>
        </a:xfrm>
        <a:prstGeom prst="roundRect">
          <a:avLst/>
        </a:prstGeom>
        <a:solidFill>
          <a:schemeClr val="accent5">
            <a:hueOff val="-1497000"/>
            <a:satOff val="674"/>
            <a:lumOff val="-70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0" i="0" kern="1200"/>
            <a:t>Hence, we introduce a </a:t>
          </a:r>
          <a:r>
            <a:rPr lang="en-CA" sz="2400" b="1" i="0" kern="1200"/>
            <a:t>hyperparameter</a:t>
          </a:r>
          <a:r>
            <a:rPr lang="en-CA" sz="2400" b="0" i="0" kern="1200"/>
            <a:t> (learning rate, h) that we can tune the learning process with cross-validation to stop the overfitting and get the best predictive model.</a:t>
          </a:r>
          <a:endParaRPr lang="en-US" sz="2400" kern="1200"/>
        </a:p>
      </dsp:txBody>
      <dsp:txXfrm>
        <a:off x="100236" y="2569651"/>
        <a:ext cx="5977044" cy="18528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EC93E-A826-664C-924E-4F879E62BC9F}">
      <dsp:nvSpPr>
        <dsp:cNvPr id="0" name=""/>
        <dsp:cNvSpPr/>
      </dsp:nvSpPr>
      <dsp:spPr>
        <a:xfrm rot="5400000">
          <a:off x="6191532" y="-2311489"/>
          <a:ext cx="1545075" cy="65544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first tree is fit on the training set and get the yhat and the error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Then subsequent trees predict “the previous error”.  The predicted error is called “improvement”</a:t>
          </a:r>
        </a:p>
      </dsp:txBody>
      <dsp:txXfrm rot="-5400000">
        <a:off x="3686860" y="268607"/>
        <a:ext cx="6478995" cy="1394227"/>
      </dsp:txXfrm>
    </dsp:sp>
    <dsp:sp modelId="{C8FE3E69-684D-F144-AAF2-B01C13C6C101}">
      <dsp:nvSpPr>
        <dsp:cNvPr id="0" name=""/>
        <dsp:cNvSpPr/>
      </dsp:nvSpPr>
      <dsp:spPr>
        <a:xfrm>
          <a:off x="0" y="48"/>
          <a:ext cx="3686860" cy="1931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There is no bootstrapping, trees are sequentially growing </a:t>
          </a:r>
        </a:p>
      </dsp:txBody>
      <dsp:txXfrm>
        <a:off x="94280" y="94328"/>
        <a:ext cx="3498300" cy="1742784"/>
      </dsp:txXfrm>
    </dsp:sp>
    <dsp:sp modelId="{CDA5D0E4-8580-E94B-B5BB-35DB5FFCEA0C}">
      <dsp:nvSpPr>
        <dsp:cNvPr id="0" name=""/>
        <dsp:cNvSpPr/>
      </dsp:nvSpPr>
      <dsp:spPr>
        <a:xfrm rot="5400000">
          <a:off x="6191532" y="-283577"/>
          <a:ext cx="1545075" cy="65544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Boosting parameters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Tree parameters</a:t>
          </a:r>
        </a:p>
      </dsp:txBody>
      <dsp:txXfrm rot="-5400000">
        <a:off x="3686860" y="2296519"/>
        <a:ext cx="6478995" cy="1394227"/>
      </dsp:txXfrm>
    </dsp:sp>
    <dsp:sp modelId="{79504D88-A5B1-574C-AE8D-204FBA124E01}">
      <dsp:nvSpPr>
        <dsp:cNvPr id="0" name=""/>
        <dsp:cNvSpPr/>
      </dsp:nvSpPr>
      <dsp:spPr>
        <a:xfrm>
          <a:off x="0" y="2027959"/>
          <a:ext cx="3686860" cy="1931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There are two sets of parameters to tune:</a:t>
          </a:r>
        </a:p>
      </dsp:txBody>
      <dsp:txXfrm>
        <a:off x="94280" y="2122239"/>
        <a:ext cx="3498300" cy="17427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31DD8-03C7-4DB1-9EF3-3DF96126E59B}">
      <dsp:nvSpPr>
        <dsp:cNvPr id="0" name=""/>
        <dsp:cNvSpPr/>
      </dsp:nvSpPr>
      <dsp:spPr>
        <a:xfrm>
          <a:off x="0" y="643394"/>
          <a:ext cx="10241280" cy="11878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370FD-6EDD-4FD1-A117-0CE4A7BCEE04}">
      <dsp:nvSpPr>
        <dsp:cNvPr id="0" name=""/>
        <dsp:cNvSpPr/>
      </dsp:nvSpPr>
      <dsp:spPr>
        <a:xfrm>
          <a:off x="359311" y="910650"/>
          <a:ext cx="653293" cy="6532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48EC9-66F2-4EE8-8D6E-AF26733F957A}">
      <dsp:nvSpPr>
        <dsp:cNvPr id="0" name=""/>
        <dsp:cNvSpPr/>
      </dsp:nvSpPr>
      <dsp:spPr>
        <a:xfrm>
          <a:off x="1371915" y="643394"/>
          <a:ext cx="8869364" cy="118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09" tIns="125709" rIns="125709" bIns="125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bag.fraction</a:t>
          </a:r>
          <a:r>
            <a:rPr lang="en-US" sz="2500" kern="1200"/>
            <a:t> = 1, </a:t>
          </a:r>
          <a:r>
            <a:rPr lang="en-US" sz="2500" kern="1200" dirty="0" err="1"/>
            <a:t>train.fraction</a:t>
          </a:r>
          <a:r>
            <a:rPr lang="en-US" sz="2500" kern="1200" dirty="0"/>
            <a:t> = NULL, </a:t>
          </a:r>
          <a:r>
            <a:rPr lang="en-US" sz="2500" kern="1200" dirty="0" err="1"/>
            <a:t>cv.fold</a:t>
          </a:r>
          <a:r>
            <a:rPr lang="en-US" sz="2500" kern="1200" dirty="0"/>
            <a:t> = 0</a:t>
          </a:r>
        </a:p>
      </dsp:txBody>
      <dsp:txXfrm>
        <a:off x="1371915" y="643394"/>
        <a:ext cx="8869364" cy="1187805"/>
      </dsp:txXfrm>
    </dsp:sp>
    <dsp:sp modelId="{772FEE44-0FEF-4751-AA45-41240F437F3B}">
      <dsp:nvSpPr>
        <dsp:cNvPr id="0" name=""/>
        <dsp:cNvSpPr/>
      </dsp:nvSpPr>
      <dsp:spPr>
        <a:xfrm>
          <a:off x="0" y="2128151"/>
          <a:ext cx="10241280" cy="11878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059E7-521C-4A72-B701-FBADDAFC4A5D}">
      <dsp:nvSpPr>
        <dsp:cNvPr id="0" name=""/>
        <dsp:cNvSpPr/>
      </dsp:nvSpPr>
      <dsp:spPr>
        <a:xfrm>
          <a:off x="359311" y="2395407"/>
          <a:ext cx="653293" cy="6532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0FEE3-244D-412E-AF2B-E2B5EC5469C5}">
      <dsp:nvSpPr>
        <dsp:cNvPr id="0" name=""/>
        <dsp:cNvSpPr/>
      </dsp:nvSpPr>
      <dsp:spPr>
        <a:xfrm>
          <a:off x="1371915" y="2128151"/>
          <a:ext cx="8869364" cy="118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09" tIns="125709" rIns="125709" bIns="125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 boostraping with grid search</a:t>
          </a:r>
        </a:p>
      </dsp:txBody>
      <dsp:txXfrm>
        <a:off x="1371915" y="2128151"/>
        <a:ext cx="8869364" cy="1187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4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6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1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25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0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8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3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3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Tuesday, March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9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Tuesday, March 11,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548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uc-r.github.io/random_forest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FEF54-1E8A-336A-716D-032AF5DC3D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3" r="14613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43000-F967-C682-9DC9-0E62740ED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825" y="2950387"/>
            <a:ext cx="3077044" cy="3531403"/>
          </a:xfrm>
        </p:spPr>
        <p:txBody>
          <a:bodyPr anchor="t">
            <a:norm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Boosting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6F15E-B59C-27FA-D93B-BD9902ECA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Gradient Boosted Machines</a:t>
            </a:r>
          </a:p>
        </p:txBody>
      </p:sp>
    </p:spTree>
    <p:extLst>
      <p:ext uri="{BB962C8B-B14F-4D97-AF65-F5344CB8AC3E}">
        <p14:creationId xmlns:p14="http://schemas.microsoft.com/office/powerpoint/2010/main" val="167783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483B-24DF-06AC-C75B-2A979963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The first original boosted application was offered in 1990 by Robert </a:t>
            </a:r>
            <a:r>
              <a:rPr lang="en-CA" b="0" i="0" u="none" strike="noStrike" dirty="0" err="1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Schapire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7A068-2E4F-20EC-A046-A7B11B79C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0" i="0" u="none" strike="noStrike" dirty="0">
                <a:solidFill>
                  <a:srgbClr val="515151"/>
                </a:solidFill>
                <a:effectLst/>
                <a:latin typeface="PT Serif" panose="020A0603040505020204" pitchFamily="18" charset="77"/>
              </a:rPr>
              <a:t>Gradient boosted machines (GBMs) are an extremely popular machine learning algorithm that have proven successful across many domains and is one of the leading methods for winning Kaggle competitions.</a:t>
            </a:r>
          </a:p>
          <a:p>
            <a:r>
              <a:rPr lang="en-CA" b="0" i="0" u="none" strike="noStrike" dirty="0">
                <a:solidFill>
                  <a:srgbClr val="515151"/>
                </a:solidFill>
                <a:effectLst/>
                <a:latin typeface="PT Serif" panose="020A0603040505020204" pitchFamily="18" charset="77"/>
              </a:rPr>
              <a:t>Whereas </a:t>
            </a:r>
            <a:r>
              <a:rPr lang="en-CA" b="0" i="0" u="none" strike="noStrike" dirty="0">
                <a:effectLst/>
                <a:latin typeface="PT Serif" panose="020A0603040505020204" pitchFamily="18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 forests</a:t>
            </a:r>
            <a:r>
              <a:rPr lang="en-CA" b="0" i="0" u="none" strike="noStrike" dirty="0">
                <a:effectLst/>
                <a:latin typeface="PT Serif" panose="020A0603040505020204" pitchFamily="18" charset="77"/>
              </a:rPr>
              <a:t> </a:t>
            </a:r>
            <a:r>
              <a:rPr lang="en-CA" b="0" i="0" u="none" strike="noStrike" dirty="0">
                <a:solidFill>
                  <a:srgbClr val="515151"/>
                </a:solidFill>
                <a:effectLst/>
                <a:latin typeface="PT Serif" panose="020A0603040505020204" pitchFamily="18" charset="77"/>
              </a:rPr>
              <a:t>build an ensemble of deep independent trees, GBMs build an ensemble of shallow and weak successive trees with each tree learning and improving on the previous. </a:t>
            </a:r>
          </a:p>
          <a:p>
            <a:r>
              <a:rPr lang="en-CA" b="0" i="0" u="none" strike="noStrike" dirty="0">
                <a:solidFill>
                  <a:srgbClr val="515151"/>
                </a:solidFill>
                <a:effectLst/>
                <a:latin typeface="PT Serif" panose="020A0603040505020204" pitchFamily="18" charset="77"/>
              </a:rPr>
              <a:t>When combined, these many weak successive trees produce a powerful “committee” that are often hard to beat with other algorithms. This tutorial will cover the fundamentals of GBMs for regression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1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8D7C9-B521-1647-270A-5019C11F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8" y="394456"/>
            <a:ext cx="4911393" cy="1556724"/>
          </a:xfrm>
        </p:spPr>
        <p:txBody>
          <a:bodyPr anchor="b">
            <a:normAutofit/>
          </a:bodyPr>
          <a:lstStyle/>
          <a:p>
            <a:r>
              <a:rPr lang="en-US" dirty="0"/>
              <a:t>A different approach!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7AB7B-41DC-F082-F6F9-0DE3EF960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78" y="2173033"/>
            <a:ext cx="5390321" cy="3583940"/>
          </a:xfrm>
        </p:spPr>
        <p:txBody>
          <a:bodyPr anchor="t">
            <a:normAutofit/>
          </a:bodyPr>
          <a:lstStyle/>
          <a:p>
            <a:r>
              <a:rPr lang="en-US" dirty="0"/>
              <a:t>Instead of creating a strong predictor to predict Y well,  boosting starts with a weak learner and and tries to predict the error well</a:t>
            </a:r>
          </a:p>
          <a:p>
            <a:r>
              <a:rPr lang="en-CA" b="0" i="0" u="none" strike="noStrike" dirty="0">
                <a:effectLst/>
              </a:rPr>
              <a:t>In regression trees, for example, each tree is fit to the residuals from the previous tree model so that each iteration is focused on </a:t>
            </a:r>
            <a:r>
              <a:rPr lang="en-CA" b="1" i="0" u="none" strike="noStrike" dirty="0">
                <a:effectLst/>
              </a:rPr>
              <a:t>improving previous errors</a:t>
            </a:r>
            <a:r>
              <a:rPr lang="en-CA" b="0" i="0" u="none" strike="noStrike" dirty="0">
                <a:effectLst/>
              </a:rPr>
              <a:t>.</a:t>
            </a:r>
          </a:p>
          <a:p>
            <a:r>
              <a:rPr lang="en-CA" dirty="0"/>
              <a:t>This is called </a:t>
            </a:r>
            <a:r>
              <a:rPr lang="en-CA" b="1" dirty="0"/>
              <a:t>LEARNING FROM MISTAKES</a:t>
            </a:r>
            <a:endParaRPr lang="en-CA" sz="1600" b="1" i="0" u="none" strike="noStrike" dirty="0">
              <a:effectLst/>
            </a:endParaRPr>
          </a:p>
        </p:txBody>
      </p:sp>
      <p:pic>
        <p:nvPicPr>
          <p:cNvPr id="7" name="Graphic 6" descr="Light Bulb and Gear">
            <a:extLst>
              <a:ext uri="{FF2B5EF4-FFF2-40B4-BE49-F238E27FC236}">
                <a16:creationId xmlns:a16="http://schemas.microsoft.com/office/drawing/2014/main" id="{F720EC7E-5A4D-35F1-6A2F-B95FA3A8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4639" y="648307"/>
            <a:ext cx="5090161" cy="50901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67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485-1391-80AE-E552-0957FFF1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635707"/>
          </a:xfrm>
        </p:spPr>
        <p:txBody>
          <a:bodyPr/>
          <a:lstStyle/>
          <a:p>
            <a:r>
              <a:rPr lang="en-US" dirty="0"/>
              <a:t>ALGORITHM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3D5DED-3D67-608B-4D52-86CA2F62C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090082"/>
              </p:ext>
            </p:extLst>
          </p:nvPr>
        </p:nvGraphicFramePr>
        <p:xfrm>
          <a:off x="1371600" y="1540565"/>
          <a:ext cx="10241280" cy="4531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734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odel test&#10;&#10;Description automatically generated">
            <a:extLst>
              <a:ext uri="{FF2B5EF4-FFF2-40B4-BE49-F238E27FC236}">
                <a16:creationId xmlns:a16="http://schemas.microsoft.com/office/drawing/2014/main" id="{A32D74FC-4D5D-8A98-029F-859648409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83" y="1742302"/>
            <a:ext cx="7713363" cy="289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2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6C0C3-A448-4D8B-86C7-3C83B7E4A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56A4B-0A04-FA5F-F3E0-4CC81A06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190" y="1028700"/>
            <a:ext cx="3330452" cy="4472690"/>
          </a:xfrm>
        </p:spPr>
        <p:txBody>
          <a:bodyPr anchor="ctr">
            <a:normAutofit/>
          </a:bodyPr>
          <a:lstStyle/>
          <a:p>
            <a:r>
              <a:rPr lang="en-US" sz="3200"/>
              <a:t>Tuning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326A3-CBDD-4503-8C40-806B4ABF4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8741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0698D-E436-464E-9DE4-F9FB349FD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8316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EB7C5-0DEF-234A-3E5A-B821BB2025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329684"/>
              </p:ext>
            </p:extLst>
          </p:nvPr>
        </p:nvGraphicFramePr>
        <p:xfrm>
          <a:off x="5172741" y="882502"/>
          <a:ext cx="6177516" cy="4869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983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A091-D6C9-F659-B0B2-80C0B982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594861"/>
          </a:xfrm>
        </p:spPr>
        <p:txBody>
          <a:bodyPr/>
          <a:lstStyle/>
          <a:p>
            <a:r>
              <a:rPr lang="en-US"/>
              <a:t>Tuning GBM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24026E-1036-D348-1C40-12B221D53A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1449324"/>
          <a:ext cx="10241280" cy="3959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328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B36A41-BF38-4C0A-BA59-CDCE04AE6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835C4-8A82-5640-3CC6-3AB9E7FF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856" y="908649"/>
            <a:ext cx="4079720" cy="3977676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Tuning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A940-C261-0862-9818-7474EC14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1896" y="964889"/>
            <a:ext cx="5118505" cy="4909137"/>
          </a:xfrm>
        </p:spPr>
        <p:txBody>
          <a:bodyPr>
            <a:normAutofit/>
          </a:bodyPr>
          <a:lstStyle/>
          <a:p>
            <a:r>
              <a:rPr lang="en-US" sz="1800"/>
              <a:t>Choose a relatively high learning rate. Generally, the default value of 0.1 works but somewhere between 0.05–0.2 should work across a wide range of problems.</a:t>
            </a:r>
          </a:p>
          <a:p>
            <a:r>
              <a:rPr lang="en-US" sz="1800"/>
              <a:t>Determine the optimum number of trees for this learning rate.</a:t>
            </a:r>
          </a:p>
          <a:p>
            <a:r>
              <a:rPr lang="en-US" sz="1800"/>
              <a:t>Tune tree-specific parameters for decided learning rate.</a:t>
            </a:r>
          </a:p>
          <a:p>
            <a:r>
              <a:rPr lang="en-US" sz="1800"/>
              <a:t>Once tree-specific parameters have been found, lower the learning rate to assess for any improvements in accuracy.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36A8B-01FD-4675-9D35-FA0CC50FD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8741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D76E8-086A-40F9-B995-AEFD77D9C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8316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62F9C-B488-41E8-E207-52168695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236" y="286601"/>
            <a:ext cx="5929422" cy="1852976"/>
          </a:xfrm>
        </p:spPr>
        <p:txBody>
          <a:bodyPr>
            <a:normAutofit/>
          </a:bodyPr>
          <a:lstStyle/>
          <a:p>
            <a:r>
              <a:rPr lang="en-US" sz="4000" dirty="0"/>
              <a:t>Using </a:t>
            </a:r>
            <a:r>
              <a:rPr lang="en-US" sz="4000" dirty="0" err="1"/>
              <a:t>gbm</a:t>
            </a:r>
            <a:r>
              <a:rPr lang="en-US" sz="4000" dirty="0"/>
              <a:t> for tuning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D3F68-38C7-FF31-ED5B-F49E1D8B6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237" y="2621381"/>
            <a:ext cx="5929422" cy="3322219"/>
          </a:xfrm>
        </p:spPr>
        <p:txBody>
          <a:bodyPr>
            <a:normAutofit/>
          </a:bodyPr>
          <a:lstStyle/>
          <a:p>
            <a:r>
              <a:rPr lang="en-US" sz="1800" dirty="0" err="1"/>
              <a:t>gbm</a:t>
            </a:r>
            <a:r>
              <a:rPr lang="en-US" sz="1800" dirty="0"/>
              <a:t> offers three methods to observed RMSE</a:t>
            </a:r>
          </a:p>
          <a:p>
            <a:r>
              <a:rPr lang="en-US" sz="1800" b="1" dirty="0"/>
              <a:t>OOB</a:t>
            </a:r>
            <a:r>
              <a:rPr lang="en-US" sz="1800" dirty="0"/>
              <a:t>: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bag.fraction</a:t>
            </a:r>
            <a:r>
              <a:rPr lang="en-US" sz="1800" dirty="0"/>
              <a:t> = 0.5</a:t>
            </a:r>
          </a:p>
          <a:p>
            <a:r>
              <a:rPr lang="en-US" sz="1800" b="1" dirty="0"/>
              <a:t>test: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train.fraction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/>
              <a:t>= NULL</a:t>
            </a:r>
          </a:p>
          <a:p>
            <a:r>
              <a:rPr lang="en-US" sz="1800" b="1" dirty="0"/>
              <a:t>Cross Validation: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cv.fold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/>
              <a:t>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>
                  <a:lumMod val="60000"/>
                  <a:lumOff val="40000"/>
                  <a:alpha val="59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chemeClr val="accent6">
                  <a:lumMod val="75000"/>
                  <a:alpha val="61000"/>
                </a:schemeClr>
              </a:gs>
              <a:gs pos="99000">
                <a:schemeClr val="accent6">
                  <a:alpha val="87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ulae written on a blackboard">
            <a:extLst>
              <a:ext uri="{FF2B5EF4-FFF2-40B4-BE49-F238E27FC236}">
                <a16:creationId xmlns:a16="http://schemas.microsoft.com/office/drawing/2014/main" id="{6FF46186-DD83-994F-0107-542150F2F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02" r="30703" b="1"/>
          <a:stretch/>
        </p:blipFill>
        <p:spPr>
          <a:xfrm>
            <a:off x="8115300" y="-12515"/>
            <a:ext cx="4076700" cy="641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20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FBA8-F916-6CF5-DB49-14E78013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way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D2E246-DD92-CD18-CF67-F4A4FD1001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112264"/>
          <a:ext cx="10241280" cy="3959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88073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RegularSeedLeftStep">
      <a:dk1>
        <a:srgbClr val="000000"/>
      </a:dk1>
      <a:lt1>
        <a:srgbClr val="FFFFFF"/>
      </a:lt1>
      <a:dk2>
        <a:srgbClr val="2A2441"/>
      </a:dk2>
      <a:lt2>
        <a:srgbClr val="E8E2E7"/>
      </a:lt2>
      <a:accent1>
        <a:srgbClr val="21B834"/>
      </a:accent1>
      <a:accent2>
        <a:srgbClr val="44B814"/>
      </a:accent2>
      <a:accent3>
        <a:srgbClr val="84AE1F"/>
      </a:accent3>
      <a:accent4>
        <a:srgbClr val="B5A114"/>
      </a:accent4>
      <a:accent5>
        <a:srgbClr val="E78029"/>
      </a:accent5>
      <a:accent6>
        <a:srgbClr val="D51F17"/>
      </a:accent6>
      <a:hlink>
        <a:srgbClr val="BF3FAF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520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Consolas</vt:lpstr>
      <vt:lpstr>Helvetica Neue</vt:lpstr>
      <vt:lpstr>PT Serif</vt:lpstr>
      <vt:lpstr>GradientRiseVTI</vt:lpstr>
      <vt:lpstr>Boosting</vt:lpstr>
      <vt:lpstr>The first original boosted application was offered in 1990 by Robert Schapire</vt:lpstr>
      <vt:lpstr>A different approach!</vt:lpstr>
      <vt:lpstr>ALGORITHM</vt:lpstr>
      <vt:lpstr>PowerPoint Presentation</vt:lpstr>
      <vt:lpstr>Tuning</vt:lpstr>
      <vt:lpstr>Tuning GBM</vt:lpstr>
      <vt:lpstr>Tuning Strategy</vt:lpstr>
      <vt:lpstr>Using gbm for tuning regression</vt:lpstr>
      <vt:lpstr>My 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</dc:title>
  <dc:creator>Yigit Aydede</dc:creator>
  <cp:lastModifiedBy>Yigit Aydede</cp:lastModifiedBy>
  <cp:revision>6</cp:revision>
  <dcterms:created xsi:type="dcterms:W3CDTF">2023-03-26T18:54:28Z</dcterms:created>
  <dcterms:modified xsi:type="dcterms:W3CDTF">2025-03-11T09:47:27Z</dcterms:modified>
</cp:coreProperties>
</file>